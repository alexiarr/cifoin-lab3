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89" r:id="rId3"/>
    <p:sldId id="290" r:id="rId4"/>
    <p:sldId id="296" r:id="rId5"/>
    <p:sldId id="375" r:id="rId6"/>
    <p:sldId id="376" r:id="rId7"/>
    <p:sldId id="397" r:id="rId8"/>
    <p:sldId id="377" r:id="rId9"/>
    <p:sldId id="388" r:id="rId10"/>
    <p:sldId id="391" r:id="rId11"/>
    <p:sldId id="381"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AEE5F-E2EF-408D-AA0D-6D9C1BC62557}" v="241" dt="2026-05-23T17:46:50.9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74" y="-5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Bujeda Maicas" userId="S::dbujmai@upv.edu.es::1218fd7a-844c-42f9-a342-8460c647aec0" providerId="AD" clId="Web-{48FA484F-D604-0A5E-B569-3A31BA387429}"/>
    <pc:docChg chg="addSld delSld modSld sldOrd">
      <pc:chgData name="David Bujeda Maicas" userId="S::dbujmai@upv.edu.es::1218fd7a-844c-42f9-a342-8460c647aec0" providerId="AD" clId="Web-{48FA484F-D604-0A5E-B569-3A31BA387429}" dt="2026-05-05T11:47:57.961" v="320" actId="14100"/>
      <pc:docMkLst>
        <pc:docMk/>
      </pc:docMkLst>
      <pc:sldChg chg="modSp">
        <pc:chgData name="David Bujeda Maicas" userId="S::dbujmai@upv.edu.es::1218fd7a-844c-42f9-a342-8460c647aec0" providerId="AD" clId="Web-{48FA484F-D604-0A5E-B569-3A31BA387429}" dt="2026-05-05T10:35:11.337" v="46" actId="20577"/>
        <pc:sldMkLst>
          <pc:docMk/>
          <pc:sldMk cId="730501311" sldId="290"/>
        </pc:sldMkLst>
        <pc:spChg chg="mod">
          <ac:chgData name="David Bujeda Maicas" userId="S::dbujmai@upv.edu.es::1218fd7a-844c-42f9-a342-8460c647aec0" providerId="AD" clId="Web-{48FA484F-D604-0A5E-B569-3A31BA387429}" dt="2026-05-05T10:35:11.337" v="46" actId="20577"/>
          <ac:spMkLst>
            <pc:docMk/>
            <pc:sldMk cId="730501311" sldId="290"/>
            <ac:spMk id="2" creationId="{D0F8CF3B-B920-DBFC-F825-0C87B51EADA7}"/>
          </ac:spMkLst>
        </pc:spChg>
        <pc:spChg chg="mod">
          <ac:chgData name="David Bujeda Maicas" userId="S::dbujmai@upv.edu.es::1218fd7a-844c-42f9-a342-8460c647aec0" providerId="AD" clId="Web-{48FA484F-D604-0A5E-B569-3A31BA387429}" dt="2026-05-05T10:27:19.048" v="1" actId="20577"/>
          <ac:spMkLst>
            <pc:docMk/>
            <pc:sldMk cId="730501311" sldId="290"/>
            <ac:spMk id="4" creationId="{AA9E72FF-B948-6B7A-8909-97C6BE95D6FB}"/>
          </ac:spMkLst>
        </pc:spChg>
        <pc:spChg chg="mod">
          <ac:chgData name="David Bujeda Maicas" userId="S::dbujmai@upv.edu.es::1218fd7a-844c-42f9-a342-8460c647aec0" providerId="AD" clId="Web-{48FA484F-D604-0A5E-B569-3A31BA387429}" dt="2026-05-05T10:33:39.253" v="3" actId="14100"/>
          <ac:spMkLst>
            <pc:docMk/>
            <pc:sldMk cId="730501311" sldId="290"/>
            <ac:spMk id="6" creationId="{82AE4A84-532D-D50D-F368-79FF1C11E97A}"/>
          </ac:spMkLst>
        </pc:spChg>
      </pc:sldChg>
      <pc:sldChg chg="delSp modSp">
        <pc:chgData name="David Bujeda Maicas" userId="S::dbujmai@upv.edu.es::1218fd7a-844c-42f9-a342-8460c647aec0" providerId="AD" clId="Web-{48FA484F-D604-0A5E-B569-3A31BA387429}" dt="2026-05-05T10:51:10.934" v="65" actId="1076"/>
        <pc:sldMkLst>
          <pc:docMk/>
          <pc:sldMk cId="2395180334" sldId="296"/>
        </pc:sldMkLst>
        <pc:spChg chg="mod">
          <ac:chgData name="David Bujeda Maicas" userId="S::dbujmai@upv.edu.es::1218fd7a-844c-42f9-a342-8460c647aec0" providerId="AD" clId="Web-{48FA484F-D604-0A5E-B569-3A31BA387429}" dt="2026-05-05T10:41:52.633" v="55" actId="14100"/>
          <ac:spMkLst>
            <pc:docMk/>
            <pc:sldMk cId="2395180334" sldId="296"/>
            <ac:spMk id="6" creationId="{F95B976F-6522-EA3D-1323-5C97E9F88EDF}"/>
          </ac:spMkLst>
        </pc:spChg>
        <pc:picChg chg="mod">
          <ac:chgData name="David Bujeda Maicas" userId="S::dbujmai@upv.edu.es::1218fd7a-844c-42f9-a342-8460c647aec0" providerId="AD" clId="Web-{48FA484F-D604-0A5E-B569-3A31BA387429}" dt="2026-05-05T10:51:10.934" v="65" actId="1076"/>
          <ac:picMkLst>
            <pc:docMk/>
            <pc:sldMk cId="2395180334" sldId="296"/>
            <ac:picMk id="11" creationId="{D835D5C7-A60C-A405-9502-4932CEED74F0}"/>
          </ac:picMkLst>
        </pc:picChg>
      </pc:sldChg>
      <pc:sldChg chg="delSp modSp">
        <pc:chgData name="David Bujeda Maicas" userId="S::dbujmai@upv.edu.es::1218fd7a-844c-42f9-a342-8460c647aec0" providerId="AD" clId="Web-{48FA484F-D604-0A5E-B569-3A31BA387429}" dt="2026-05-05T10:56:52.885" v="82"/>
        <pc:sldMkLst>
          <pc:docMk/>
          <pc:sldMk cId="1222654462" sldId="375"/>
        </pc:sldMkLst>
        <pc:spChg chg="mod">
          <ac:chgData name="David Bujeda Maicas" userId="S::dbujmai@upv.edu.es::1218fd7a-844c-42f9-a342-8460c647aec0" providerId="AD" clId="Web-{48FA484F-D604-0A5E-B569-3A31BA387429}" dt="2026-05-05T10:55:27.804" v="70" actId="14100"/>
          <ac:spMkLst>
            <pc:docMk/>
            <pc:sldMk cId="1222654462" sldId="375"/>
            <ac:spMk id="3" creationId="{5FB43DF1-4048-35BF-BD58-4BF2A341D2EF}"/>
          </ac:spMkLst>
        </pc:spChg>
      </pc:sldChg>
      <pc:sldChg chg="modSp">
        <pc:chgData name="David Bujeda Maicas" userId="S::dbujmai@upv.edu.es::1218fd7a-844c-42f9-a342-8460c647aec0" providerId="AD" clId="Web-{48FA484F-D604-0A5E-B569-3A31BA387429}" dt="2026-05-05T11:09:47.270" v="130" actId="1076"/>
        <pc:sldMkLst>
          <pc:docMk/>
          <pc:sldMk cId="1475710608" sldId="376"/>
        </pc:sldMkLst>
        <pc:spChg chg="mod">
          <ac:chgData name="David Bujeda Maicas" userId="S::dbujmai@upv.edu.es::1218fd7a-844c-42f9-a342-8460c647aec0" providerId="AD" clId="Web-{48FA484F-D604-0A5E-B569-3A31BA387429}" dt="2026-05-05T11:08:52.653" v="118" actId="20577"/>
          <ac:spMkLst>
            <pc:docMk/>
            <pc:sldMk cId="1475710608" sldId="376"/>
            <ac:spMk id="2" creationId="{F1C12A10-91CE-B5DA-9D77-267ED06AEAC2}"/>
          </ac:spMkLst>
        </pc:spChg>
        <pc:spChg chg="mod">
          <ac:chgData name="David Bujeda Maicas" userId="S::dbujmai@upv.edu.es::1218fd7a-844c-42f9-a342-8460c647aec0" providerId="AD" clId="Web-{48FA484F-D604-0A5E-B569-3A31BA387429}" dt="2026-05-05T11:09:38.894" v="128" actId="1076"/>
          <ac:spMkLst>
            <pc:docMk/>
            <pc:sldMk cId="1475710608" sldId="376"/>
            <ac:spMk id="4" creationId="{FDBAE930-4EE5-671B-4DE7-6BC60C48E7C0}"/>
          </ac:spMkLst>
        </pc:spChg>
        <pc:spChg chg="mod">
          <ac:chgData name="David Bujeda Maicas" userId="S::dbujmai@upv.edu.es::1218fd7a-844c-42f9-a342-8460c647aec0" providerId="AD" clId="Web-{48FA484F-D604-0A5E-B569-3A31BA387429}" dt="2026-05-05T11:09:20.046" v="122" actId="1076"/>
          <ac:spMkLst>
            <pc:docMk/>
            <pc:sldMk cId="1475710608" sldId="376"/>
            <ac:spMk id="7" creationId="{A6CCE634-FF91-FD5F-7C1D-4329E9DA2469}"/>
          </ac:spMkLst>
        </pc:spChg>
      </pc:sldChg>
      <pc:sldChg chg="addSp delSp modSp">
        <pc:chgData name="David Bujeda Maicas" userId="S::dbujmai@upv.edu.es::1218fd7a-844c-42f9-a342-8460c647aec0" providerId="AD" clId="Web-{48FA484F-D604-0A5E-B569-3A31BA387429}" dt="2026-05-05T11:26:18.345" v="189" actId="14100"/>
        <pc:sldMkLst>
          <pc:docMk/>
          <pc:sldMk cId="543184549" sldId="377"/>
        </pc:sldMkLst>
        <pc:spChg chg="mod">
          <ac:chgData name="David Bujeda Maicas" userId="S::dbujmai@upv.edu.es::1218fd7a-844c-42f9-a342-8460c647aec0" providerId="AD" clId="Web-{48FA484F-D604-0A5E-B569-3A31BA387429}" dt="2026-05-05T11:25:25.423" v="175" actId="1076"/>
          <ac:spMkLst>
            <pc:docMk/>
            <pc:sldMk cId="543184549" sldId="377"/>
            <ac:spMk id="8" creationId="{D9601617-351E-AE1A-1F4D-693F2EA59361}"/>
          </ac:spMkLst>
        </pc:spChg>
        <pc:spChg chg="mod">
          <ac:chgData name="David Bujeda Maicas" userId="S::dbujmai@upv.edu.es::1218fd7a-844c-42f9-a342-8460c647aec0" providerId="AD" clId="Web-{48FA484F-D604-0A5E-B569-3A31BA387429}" dt="2026-05-05T11:26:18.345" v="189" actId="14100"/>
          <ac:spMkLst>
            <pc:docMk/>
            <pc:sldMk cId="543184549" sldId="377"/>
            <ac:spMk id="11" creationId="{B811A5F9-C0B5-716C-70FB-9472E1BC2CD3}"/>
          </ac:spMkLst>
        </pc:spChg>
        <pc:spChg chg="mod">
          <ac:chgData name="David Bujeda Maicas" userId="S::dbujmai@upv.edu.es::1218fd7a-844c-42f9-a342-8460c647aec0" providerId="AD" clId="Web-{48FA484F-D604-0A5E-B569-3A31BA387429}" dt="2026-05-05T11:25:49.001" v="182" actId="1076"/>
          <ac:spMkLst>
            <pc:docMk/>
            <pc:sldMk cId="543184549" sldId="377"/>
            <ac:spMk id="14" creationId="{6AA857E7-5C39-DCE1-10B5-40300FCF4B26}"/>
          </ac:spMkLst>
        </pc:spChg>
        <pc:picChg chg="add mod modCrop">
          <ac:chgData name="David Bujeda Maicas" userId="S::dbujmai@upv.edu.es::1218fd7a-844c-42f9-a342-8460c647aec0" providerId="AD" clId="Web-{48FA484F-D604-0A5E-B569-3A31BA387429}" dt="2026-05-05T11:26:09.392" v="188" actId="14100"/>
          <ac:picMkLst>
            <pc:docMk/>
            <pc:sldMk cId="543184549" sldId="377"/>
            <ac:picMk id="2" creationId="{D0B1FF9B-CE09-D2A3-6662-E6F3EE59B1A2}"/>
          </ac:picMkLst>
        </pc:picChg>
        <pc:picChg chg="mod modCrop">
          <ac:chgData name="David Bujeda Maicas" userId="S::dbujmai@upv.edu.es::1218fd7a-844c-42f9-a342-8460c647aec0" providerId="AD" clId="Web-{48FA484F-D604-0A5E-B569-3A31BA387429}" dt="2026-05-05T11:25:52.767" v="184" actId="1076"/>
          <ac:picMkLst>
            <pc:docMk/>
            <pc:sldMk cId="543184549" sldId="377"/>
            <ac:picMk id="4" creationId="{76EA697E-F965-C03E-2305-BD6EFAAC8A36}"/>
          </ac:picMkLst>
        </pc:picChg>
      </pc:sldChg>
      <pc:sldChg chg="delSp modSp">
        <pc:chgData name="David Bujeda Maicas" userId="S::dbujmai@upv.edu.es::1218fd7a-844c-42f9-a342-8460c647aec0" providerId="AD" clId="Web-{48FA484F-D604-0A5E-B569-3A31BA387429}" dt="2026-05-05T11:27:52.408" v="203" actId="1076"/>
        <pc:sldMkLst>
          <pc:docMk/>
          <pc:sldMk cId="2915989261" sldId="388"/>
        </pc:sldMkLst>
        <pc:spChg chg="mod">
          <ac:chgData name="David Bujeda Maicas" userId="S::dbujmai@upv.edu.es::1218fd7a-844c-42f9-a342-8460c647aec0" providerId="AD" clId="Web-{48FA484F-D604-0A5E-B569-3A31BA387429}" dt="2026-05-05T11:27:06.548" v="193" actId="14100"/>
          <ac:spMkLst>
            <pc:docMk/>
            <pc:sldMk cId="2915989261" sldId="388"/>
            <ac:spMk id="10" creationId="{82011495-88D4-8787-6CB7-704897D84CF9}"/>
          </ac:spMkLst>
        </pc:spChg>
      </pc:sldChg>
      <pc:sldChg chg="add replId">
        <pc:chgData name="David Bujeda Maicas" userId="S::dbujmai@upv.edu.es::1218fd7a-844c-42f9-a342-8460c647aec0" providerId="AD" clId="Web-{48FA484F-D604-0A5E-B569-3A31BA387429}" dt="2026-05-05T11:33:12.694" v="204"/>
        <pc:sldMkLst>
          <pc:docMk/>
          <pc:sldMk cId="3455416610" sldId="391"/>
        </pc:sldMkLst>
      </pc:sldChg>
    </pc:docChg>
  </pc:docChgLst>
  <pc:docChgLst>
    <pc:chgData name="Alexia Ruiz Rocamora" userId="103ef104-b4e4-48c1-b8e3-6388a924cd7a" providerId="ADAL" clId="{4576E0F9-38BE-4DD8-8AC3-520E4AD486A4}"/>
    <pc:docChg chg="custSel addSld delSld modSld sldOrd">
      <pc:chgData name="Alexia Ruiz Rocamora" userId="103ef104-b4e4-48c1-b8e3-6388a924cd7a" providerId="ADAL" clId="{4576E0F9-38BE-4DD8-8AC3-520E4AD486A4}" dt="2026-05-25T16:51:27.686" v="5602" actId="20577"/>
      <pc:docMkLst>
        <pc:docMk/>
      </pc:docMkLst>
      <pc:sldChg chg="modSp mod">
        <pc:chgData name="Alexia Ruiz Rocamora" userId="103ef104-b4e4-48c1-b8e3-6388a924cd7a" providerId="ADAL" clId="{4576E0F9-38BE-4DD8-8AC3-520E4AD486A4}" dt="2026-05-12T10:27:59.421" v="150" actId="20577"/>
        <pc:sldMkLst>
          <pc:docMk/>
          <pc:sldMk cId="0" sldId="256"/>
        </pc:sldMkLst>
        <pc:spChg chg="mod">
          <ac:chgData name="Alexia Ruiz Rocamora" userId="103ef104-b4e4-48c1-b8e3-6388a924cd7a" providerId="ADAL" clId="{4576E0F9-38BE-4DD8-8AC3-520E4AD486A4}" dt="2026-05-12T10:27:59.421" v="150" actId="20577"/>
          <ac:spMkLst>
            <pc:docMk/>
            <pc:sldMk cId="0" sldId="256"/>
            <ac:spMk id="4" creationId="{00000000-0000-0000-0000-000000000000}"/>
          </ac:spMkLst>
        </pc:spChg>
      </pc:sldChg>
      <pc:sldChg chg="addSp delSp modSp mod">
        <pc:chgData name="Alexia Ruiz Rocamora" userId="103ef104-b4e4-48c1-b8e3-6388a924cd7a" providerId="ADAL" clId="{4576E0F9-38BE-4DD8-8AC3-520E4AD486A4}" dt="2026-05-24T19:43:43.550" v="5352" actId="20577"/>
        <pc:sldMkLst>
          <pc:docMk/>
          <pc:sldMk cId="730501311" sldId="290"/>
        </pc:sldMkLst>
        <pc:spChg chg="mod">
          <ac:chgData name="Alexia Ruiz Rocamora" userId="103ef104-b4e4-48c1-b8e3-6388a924cd7a" providerId="ADAL" clId="{4576E0F9-38BE-4DD8-8AC3-520E4AD486A4}" dt="2026-05-24T19:43:43.550" v="5352" actId="20577"/>
          <ac:spMkLst>
            <pc:docMk/>
            <pc:sldMk cId="730501311" sldId="290"/>
            <ac:spMk id="2" creationId="{D0F8CF3B-B920-DBFC-F825-0C87B51EADA7}"/>
          </ac:spMkLst>
        </pc:spChg>
        <pc:picChg chg="add mod">
          <ac:chgData name="Alexia Ruiz Rocamora" userId="103ef104-b4e4-48c1-b8e3-6388a924cd7a" providerId="ADAL" clId="{4576E0F9-38BE-4DD8-8AC3-520E4AD486A4}" dt="2026-05-23T17:10:31.469" v="250" actId="1076"/>
          <ac:picMkLst>
            <pc:docMk/>
            <pc:sldMk cId="730501311" sldId="290"/>
            <ac:picMk id="12" creationId="{68E3F90D-70EA-F36A-81D2-5F1B7CE694DA}"/>
          </ac:picMkLst>
        </pc:picChg>
      </pc:sldChg>
      <pc:sldChg chg="addSp modSp mod">
        <pc:chgData name="Alexia Ruiz Rocamora" userId="103ef104-b4e4-48c1-b8e3-6388a924cd7a" providerId="ADAL" clId="{4576E0F9-38BE-4DD8-8AC3-520E4AD486A4}" dt="2026-05-23T17:42:53.520" v="1221" actId="20577"/>
        <pc:sldMkLst>
          <pc:docMk/>
          <pc:sldMk cId="2395180334" sldId="296"/>
        </pc:sldMkLst>
        <pc:spChg chg="mod">
          <ac:chgData name="Alexia Ruiz Rocamora" userId="103ef104-b4e4-48c1-b8e3-6388a924cd7a" providerId="ADAL" clId="{4576E0F9-38BE-4DD8-8AC3-520E4AD486A4}" dt="2026-05-23T17:42:53.520" v="1221" actId="20577"/>
          <ac:spMkLst>
            <pc:docMk/>
            <pc:sldMk cId="2395180334" sldId="296"/>
            <ac:spMk id="2" creationId="{50C41089-061E-9B39-3904-6F31AFE073B8}"/>
          </ac:spMkLst>
        </pc:spChg>
        <pc:picChg chg="add">
          <ac:chgData name="Alexia Ruiz Rocamora" userId="103ef104-b4e4-48c1-b8e3-6388a924cd7a" providerId="ADAL" clId="{4576E0F9-38BE-4DD8-8AC3-520E4AD486A4}" dt="2026-05-05T10:48:38.847" v="6" actId="22"/>
          <ac:picMkLst>
            <pc:docMk/>
            <pc:sldMk cId="2395180334" sldId="296"/>
            <ac:picMk id="11" creationId="{D835D5C7-A60C-A405-9502-4932CEED74F0}"/>
          </ac:picMkLst>
        </pc:picChg>
      </pc:sldChg>
      <pc:sldChg chg="addSp delSp modSp mod">
        <pc:chgData name="Alexia Ruiz Rocamora" userId="103ef104-b4e4-48c1-b8e3-6388a924cd7a" providerId="ADAL" clId="{4576E0F9-38BE-4DD8-8AC3-520E4AD486A4}" dt="2026-05-24T19:46:09.812" v="5355" actId="20577"/>
        <pc:sldMkLst>
          <pc:docMk/>
          <pc:sldMk cId="1222654462" sldId="375"/>
        </pc:sldMkLst>
        <pc:spChg chg="mod">
          <ac:chgData name="Alexia Ruiz Rocamora" userId="103ef104-b4e4-48c1-b8e3-6388a924cd7a" providerId="ADAL" clId="{4576E0F9-38BE-4DD8-8AC3-520E4AD486A4}" dt="2026-05-24T19:46:09.812" v="5355" actId="20577"/>
          <ac:spMkLst>
            <pc:docMk/>
            <pc:sldMk cId="1222654462" sldId="375"/>
            <ac:spMk id="8" creationId="{D9601617-351E-AE1A-1F4D-693F2EA59361}"/>
          </ac:spMkLst>
        </pc:spChg>
        <pc:spChg chg="mod">
          <ac:chgData name="Alexia Ruiz Rocamora" userId="103ef104-b4e4-48c1-b8e3-6388a924cd7a" providerId="ADAL" clId="{4576E0F9-38BE-4DD8-8AC3-520E4AD486A4}" dt="2026-05-23T17:47:17.411" v="1291" actId="20577"/>
          <ac:spMkLst>
            <pc:docMk/>
            <pc:sldMk cId="1222654462" sldId="375"/>
            <ac:spMk id="13" creationId="{98DA9316-CFD5-58C0-735F-237403D53172}"/>
          </ac:spMkLst>
        </pc:spChg>
        <pc:spChg chg="mod">
          <ac:chgData name="Alexia Ruiz Rocamora" userId="103ef104-b4e4-48c1-b8e3-6388a924cd7a" providerId="ADAL" clId="{4576E0F9-38BE-4DD8-8AC3-520E4AD486A4}" dt="2026-05-23T17:46:50.906" v="1282" actId="20577"/>
          <ac:spMkLst>
            <pc:docMk/>
            <pc:sldMk cId="1222654462" sldId="375"/>
            <ac:spMk id="15" creationId="{54CF28B4-1346-F41D-2CD8-EA104ABBFB98}"/>
          </ac:spMkLst>
        </pc:spChg>
        <pc:picChg chg="add mod">
          <ac:chgData name="Alexia Ruiz Rocamora" userId="103ef104-b4e4-48c1-b8e3-6388a924cd7a" providerId="ADAL" clId="{4576E0F9-38BE-4DD8-8AC3-520E4AD486A4}" dt="2026-05-24T19:45:44.960" v="5354" actId="14100"/>
          <ac:picMkLst>
            <pc:docMk/>
            <pc:sldMk cId="1222654462" sldId="375"/>
            <ac:picMk id="2" creationId="{C6E35811-3CCC-E727-4966-833B6501CB03}"/>
          </ac:picMkLst>
        </pc:picChg>
      </pc:sldChg>
      <pc:sldChg chg="addSp delSp modSp mod">
        <pc:chgData name="Alexia Ruiz Rocamora" userId="103ef104-b4e4-48c1-b8e3-6388a924cd7a" providerId="ADAL" clId="{4576E0F9-38BE-4DD8-8AC3-520E4AD486A4}" dt="2026-05-25T16:35:02.435" v="5361" actId="20577"/>
        <pc:sldMkLst>
          <pc:docMk/>
          <pc:sldMk cId="1475710608" sldId="376"/>
        </pc:sldMkLst>
        <pc:spChg chg="mod">
          <ac:chgData name="Alexia Ruiz Rocamora" userId="103ef104-b4e4-48c1-b8e3-6388a924cd7a" providerId="ADAL" clId="{4576E0F9-38BE-4DD8-8AC3-520E4AD486A4}" dt="2026-05-25T16:35:02.435" v="5361" actId="20577"/>
          <ac:spMkLst>
            <pc:docMk/>
            <pc:sldMk cId="1475710608" sldId="376"/>
            <ac:spMk id="2" creationId="{F1C12A10-91CE-B5DA-9D77-267ED06AEAC2}"/>
          </ac:spMkLst>
        </pc:spChg>
        <pc:spChg chg="mod">
          <ac:chgData name="Alexia Ruiz Rocamora" userId="103ef104-b4e4-48c1-b8e3-6388a924cd7a" providerId="ADAL" clId="{4576E0F9-38BE-4DD8-8AC3-520E4AD486A4}" dt="2026-05-23T19:05:30.201" v="1674" actId="20577"/>
          <ac:spMkLst>
            <pc:docMk/>
            <pc:sldMk cId="1475710608" sldId="376"/>
            <ac:spMk id="7" creationId="{A6CCE634-FF91-FD5F-7C1D-4329E9DA2469}"/>
          </ac:spMkLst>
        </pc:spChg>
        <pc:picChg chg="add mod">
          <ac:chgData name="Alexia Ruiz Rocamora" userId="103ef104-b4e4-48c1-b8e3-6388a924cd7a" providerId="ADAL" clId="{4576E0F9-38BE-4DD8-8AC3-520E4AD486A4}" dt="2026-05-12T11:15:52.300" v="185" actId="1076"/>
          <ac:picMkLst>
            <pc:docMk/>
            <pc:sldMk cId="1475710608" sldId="376"/>
            <ac:picMk id="16" creationId="{C4DFF30D-C077-10EF-14C3-025F8282E14B}"/>
          </ac:picMkLst>
        </pc:picChg>
      </pc:sldChg>
      <pc:sldChg chg="addSp modSp mod">
        <pc:chgData name="Alexia Ruiz Rocamora" userId="103ef104-b4e4-48c1-b8e3-6388a924cd7a" providerId="ADAL" clId="{4576E0F9-38BE-4DD8-8AC3-520E4AD486A4}" dt="2026-05-25T16:51:27.686" v="5602" actId="20577"/>
        <pc:sldMkLst>
          <pc:docMk/>
          <pc:sldMk cId="543184549" sldId="377"/>
        </pc:sldMkLst>
        <pc:spChg chg="mod">
          <ac:chgData name="Alexia Ruiz Rocamora" userId="103ef104-b4e4-48c1-b8e3-6388a924cd7a" providerId="ADAL" clId="{4576E0F9-38BE-4DD8-8AC3-520E4AD486A4}" dt="2026-05-25T16:51:27.686" v="5602" actId="20577"/>
          <ac:spMkLst>
            <pc:docMk/>
            <pc:sldMk cId="543184549" sldId="377"/>
            <ac:spMk id="8" creationId="{D9601617-351E-AE1A-1F4D-693F2EA59361}"/>
          </ac:spMkLst>
        </pc:spChg>
        <pc:picChg chg="mod">
          <ac:chgData name="Alexia Ruiz Rocamora" userId="103ef104-b4e4-48c1-b8e3-6388a924cd7a" providerId="ADAL" clId="{4576E0F9-38BE-4DD8-8AC3-520E4AD486A4}" dt="2026-05-25T16:38:55.416" v="5364" actId="1076"/>
          <ac:picMkLst>
            <pc:docMk/>
            <pc:sldMk cId="543184549" sldId="377"/>
            <ac:picMk id="2" creationId="{D0B1FF9B-CE09-D2A3-6662-E6F3EE59B1A2}"/>
          </ac:picMkLst>
        </pc:picChg>
        <pc:picChg chg="add mod">
          <ac:chgData name="Alexia Ruiz Rocamora" userId="103ef104-b4e4-48c1-b8e3-6388a924cd7a" providerId="ADAL" clId="{4576E0F9-38BE-4DD8-8AC3-520E4AD486A4}" dt="2026-05-25T16:38:53.058" v="5363" actId="1076"/>
          <ac:picMkLst>
            <pc:docMk/>
            <pc:sldMk cId="543184549" sldId="377"/>
            <ac:picMk id="4" creationId="{76EA697E-F965-C03E-2305-BD6EFAAC8A36}"/>
          </ac:picMkLst>
        </pc:picChg>
      </pc:sldChg>
      <pc:sldChg chg="addSp delSp modSp del mod">
        <pc:chgData name="Alexia Ruiz Rocamora" userId="103ef104-b4e4-48c1-b8e3-6388a924cd7a" providerId="ADAL" clId="{4576E0F9-38BE-4DD8-8AC3-520E4AD486A4}" dt="2026-05-24T08:33:37.675" v="4873" actId="47"/>
        <pc:sldMkLst>
          <pc:docMk/>
          <pc:sldMk cId="1931625216" sldId="380"/>
        </pc:sldMkLst>
      </pc:sldChg>
      <pc:sldChg chg="addSp delSp modSp mod">
        <pc:chgData name="Alexia Ruiz Rocamora" userId="103ef104-b4e4-48c1-b8e3-6388a924cd7a" providerId="ADAL" clId="{4576E0F9-38BE-4DD8-8AC3-520E4AD486A4}" dt="2026-05-24T19:39:13.109" v="5351" actId="20577"/>
        <pc:sldMkLst>
          <pc:docMk/>
          <pc:sldMk cId="1461196698" sldId="381"/>
        </pc:sldMkLst>
        <pc:spChg chg="mod">
          <ac:chgData name="Alexia Ruiz Rocamora" userId="103ef104-b4e4-48c1-b8e3-6388a924cd7a" providerId="ADAL" clId="{4576E0F9-38BE-4DD8-8AC3-520E4AD486A4}" dt="2026-05-24T19:39:13.109" v="5351" actId="20577"/>
          <ac:spMkLst>
            <pc:docMk/>
            <pc:sldMk cId="1461196698" sldId="381"/>
            <ac:spMk id="8" creationId="{D9601617-351E-AE1A-1F4D-693F2EA59361}"/>
          </ac:spMkLst>
        </pc:spChg>
        <pc:spChg chg="del">
          <ac:chgData name="Alexia Ruiz Rocamora" userId="103ef104-b4e4-48c1-b8e3-6388a924cd7a" providerId="ADAL" clId="{4576E0F9-38BE-4DD8-8AC3-520E4AD486A4}" dt="2026-05-24T08:34:00.129" v="4879" actId="478"/>
          <ac:spMkLst>
            <pc:docMk/>
            <pc:sldMk cId="1461196698" sldId="381"/>
            <ac:spMk id="11" creationId="{B811A5F9-C0B5-716C-70FB-9472E1BC2CD3}"/>
          </ac:spMkLst>
        </pc:spChg>
        <pc:spChg chg="del">
          <ac:chgData name="Alexia Ruiz Rocamora" userId="103ef104-b4e4-48c1-b8e3-6388a924cd7a" providerId="ADAL" clId="{4576E0F9-38BE-4DD8-8AC3-520E4AD486A4}" dt="2026-05-24T08:33:59.008" v="4878" actId="478"/>
          <ac:spMkLst>
            <pc:docMk/>
            <pc:sldMk cId="1461196698" sldId="381"/>
            <ac:spMk id="12" creationId="{D9D5941A-D9F5-22E7-7E85-0D04C2B214EC}"/>
          </ac:spMkLst>
        </pc:spChg>
        <pc:spChg chg="del">
          <ac:chgData name="Alexia Ruiz Rocamora" userId="103ef104-b4e4-48c1-b8e3-6388a924cd7a" providerId="ADAL" clId="{4576E0F9-38BE-4DD8-8AC3-520E4AD486A4}" dt="2026-05-24T08:34:01.671" v="4880" actId="478"/>
          <ac:spMkLst>
            <pc:docMk/>
            <pc:sldMk cId="1461196698" sldId="381"/>
            <ac:spMk id="15" creationId="{54CF28B4-1346-F41D-2CD8-EA104ABBFB98}"/>
          </ac:spMkLst>
        </pc:spChg>
        <pc:spChg chg="del">
          <ac:chgData name="Alexia Ruiz Rocamora" userId="103ef104-b4e4-48c1-b8e3-6388a924cd7a" providerId="ADAL" clId="{4576E0F9-38BE-4DD8-8AC3-520E4AD486A4}" dt="2026-05-24T08:34:04.999" v="4881" actId="478"/>
          <ac:spMkLst>
            <pc:docMk/>
            <pc:sldMk cId="1461196698" sldId="381"/>
            <ac:spMk id="16" creationId="{4A6C8490-F65B-32C9-44E8-9A1A1A1B1769}"/>
          </ac:spMkLst>
        </pc:spChg>
        <pc:picChg chg="add del mod">
          <ac:chgData name="Alexia Ruiz Rocamora" userId="103ef104-b4e4-48c1-b8e3-6388a924cd7a" providerId="ADAL" clId="{4576E0F9-38BE-4DD8-8AC3-520E4AD486A4}" dt="2026-05-24T08:33:27.759" v="4870" actId="478"/>
          <ac:picMkLst>
            <pc:docMk/>
            <pc:sldMk cId="1461196698" sldId="381"/>
            <ac:picMk id="3" creationId="{42509EBA-FEFD-06CE-41D6-7185AF57CAE8}"/>
          </ac:picMkLst>
        </pc:picChg>
        <pc:picChg chg="add mod">
          <ac:chgData name="Alexia Ruiz Rocamora" userId="103ef104-b4e4-48c1-b8e3-6388a924cd7a" providerId="ADAL" clId="{4576E0F9-38BE-4DD8-8AC3-520E4AD486A4}" dt="2026-05-24T08:34:07.678" v="4882" actId="1076"/>
          <ac:picMkLst>
            <pc:docMk/>
            <pc:sldMk cId="1461196698" sldId="381"/>
            <ac:picMk id="4" creationId="{A9B03AEE-DFC8-C80A-0512-31493E02A424}"/>
          </ac:picMkLst>
        </pc:picChg>
      </pc:sldChg>
      <pc:sldChg chg="addSp delSp modSp mod">
        <pc:chgData name="Alexia Ruiz Rocamora" userId="103ef104-b4e4-48c1-b8e3-6388a924cd7a" providerId="ADAL" clId="{4576E0F9-38BE-4DD8-8AC3-520E4AD486A4}" dt="2026-05-24T08:13:55.661" v="4361" actId="478"/>
        <pc:sldMkLst>
          <pc:docMk/>
          <pc:sldMk cId="2915989261" sldId="388"/>
        </pc:sldMkLst>
        <pc:spChg chg="mod">
          <ac:chgData name="Alexia Ruiz Rocamora" userId="103ef104-b4e4-48c1-b8e3-6388a924cd7a" providerId="ADAL" clId="{4576E0F9-38BE-4DD8-8AC3-520E4AD486A4}" dt="2026-05-24T08:13:01.291" v="4348" actId="20577"/>
          <ac:spMkLst>
            <pc:docMk/>
            <pc:sldMk cId="2915989261" sldId="388"/>
            <ac:spMk id="8" creationId="{3BC6D2B9-07F5-E2FA-C9AD-029B63B098DA}"/>
          </ac:spMkLst>
        </pc:spChg>
        <pc:picChg chg="add del mod">
          <ac:chgData name="Alexia Ruiz Rocamora" userId="103ef104-b4e4-48c1-b8e3-6388a924cd7a" providerId="ADAL" clId="{4576E0F9-38BE-4DD8-8AC3-520E4AD486A4}" dt="2026-05-24T08:13:55.661" v="4361" actId="478"/>
          <ac:picMkLst>
            <pc:docMk/>
            <pc:sldMk cId="2915989261" sldId="388"/>
            <ac:picMk id="4" creationId="{6E4819EB-01E8-CD0A-5FC6-5A9671B4D421}"/>
          </ac:picMkLst>
        </pc:picChg>
        <pc:picChg chg="add mod">
          <ac:chgData name="Alexia Ruiz Rocamora" userId="103ef104-b4e4-48c1-b8e3-6388a924cd7a" providerId="ADAL" clId="{4576E0F9-38BE-4DD8-8AC3-520E4AD486A4}" dt="2026-05-24T08:13:21.306" v="4349" actId="1076"/>
          <ac:picMkLst>
            <pc:docMk/>
            <pc:sldMk cId="2915989261" sldId="388"/>
            <ac:picMk id="7" creationId="{B5BD54BD-1655-DB6F-1F60-AC0414EE3E77}"/>
          </ac:picMkLst>
        </pc:picChg>
      </pc:sldChg>
      <pc:sldChg chg="modSp del mod ord">
        <pc:chgData name="Alexia Ruiz Rocamora" userId="103ef104-b4e4-48c1-b8e3-6388a924cd7a" providerId="ADAL" clId="{4576E0F9-38BE-4DD8-8AC3-520E4AD486A4}" dt="2026-05-24T07:46:19.121" v="3718" actId="47"/>
        <pc:sldMkLst>
          <pc:docMk/>
          <pc:sldMk cId="2789920953" sldId="390"/>
        </pc:sldMkLst>
      </pc:sldChg>
      <pc:sldChg chg="addSp delSp modSp mod">
        <pc:chgData name="Alexia Ruiz Rocamora" userId="103ef104-b4e4-48c1-b8e3-6388a924cd7a" providerId="ADAL" clId="{4576E0F9-38BE-4DD8-8AC3-520E4AD486A4}" dt="2026-05-24T08:32:36.088" v="4869" actId="5793"/>
        <pc:sldMkLst>
          <pc:docMk/>
          <pc:sldMk cId="3455416610" sldId="391"/>
        </pc:sldMkLst>
        <pc:spChg chg="mod">
          <ac:chgData name="Alexia Ruiz Rocamora" userId="103ef104-b4e4-48c1-b8e3-6388a924cd7a" providerId="ADAL" clId="{4576E0F9-38BE-4DD8-8AC3-520E4AD486A4}" dt="2026-05-24T08:32:36.088" v="4869" actId="5793"/>
          <ac:spMkLst>
            <pc:docMk/>
            <pc:sldMk cId="3455416610" sldId="391"/>
            <ac:spMk id="8" creationId="{C9AC04B6-1A34-BABB-8C25-C715404165A2}"/>
          </ac:spMkLst>
        </pc:spChg>
        <pc:picChg chg="add del mod">
          <ac:chgData name="Alexia Ruiz Rocamora" userId="103ef104-b4e4-48c1-b8e3-6388a924cd7a" providerId="ADAL" clId="{4576E0F9-38BE-4DD8-8AC3-520E4AD486A4}" dt="2026-05-24T08:18:55.090" v="4370" actId="478"/>
          <ac:picMkLst>
            <pc:docMk/>
            <pc:sldMk cId="3455416610" sldId="391"/>
            <ac:picMk id="4" creationId="{91A6040F-E43D-259B-252D-D5806AFEB1A7}"/>
          </ac:picMkLst>
        </pc:picChg>
        <pc:picChg chg="add del mod">
          <ac:chgData name="Alexia Ruiz Rocamora" userId="103ef104-b4e4-48c1-b8e3-6388a924cd7a" providerId="ADAL" clId="{4576E0F9-38BE-4DD8-8AC3-520E4AD486A4}" dt="2026-05-24T08:16:36.474" v="4362" actId="478"/>
          <ac:picMkLst>
            <pc:docMk/>
            <pc:sldMk cId="3455416610" sldId="391"/>
            <ac:picMk id="17" creationId="{44B182F2-F6FC-6753-18C6-6FFEF60101A3}"/>
          </ac:picMkLst>
        </pc:picChg>
        <pc:picChg chg="add mod">
          <ac:chgData name="Alexia Ruiz Rocamora" userId="103ef104-b4e4-48c1-b8e3-6388a924cd7a" providerId="ADAL" clId="{4576E0F9-38BE-4DD8-8AC3-520E4AD486A4}" dt="2026-05-24T08:19:04.885" v="4373" actId="1076"/>
          <ac:picMkLst>
            <pc:docMk/>
            <pc:sldMk cId="3455416610" sldId="391"/>
            <ac:picMk id="18" creationId="{7EB7E535-97F4-7B8E-B278-760728CEC3EE}"/>
          </ac:picMkLst>
        </pc:picChg>
        <pc:picChg chg="add del mod">
          <ac:chgData name="Alexia Ruiz Rocamora" userId="103ef104-b4e4-48c1-b8e3-6388a924cd7a" providerId="ADAL" clId="{4576E0F9-38BE-4DD8-8AC3-520E4AD486A4}" dt="2026-05-24T08:19:58.693" v="4374" actId="478"/>
          <ac:picMkLst>
            <pc:docMk/>
            <pc:sldMk cId="3455416610" sldId="391"/>
            <ac:picMk id="19" creationId="{022C9B02-47F9-A19D-C459-639C855D42B6}"/>
          </ac:picMkLst>
        </pc:picChg>
        <pc:picChg chg="add mod">
          <ac:chgData name="Alexia Ruiz Rocamora" userId="103ef104-b4e4-48c1-b8e3-6388a924cd7a" providerId="ADAL" clId="{4576E0F9-38BE-4DD8-8AC3-520E4AD486A4}" dt="2026-05-24T08:20:07.456" v="4377" actId="1076"/>
          <ac:picMkLst>
            <pc:docMk/>
            <pc:sldMk cId="3455416610" sldId="391"/>
            <ac:picMk id="21" creationId="{A904A1F8-481D-2CF3-B28D-33560EABBC1C}"/>
          </ac:picMkLst>
        </pc:picChg>
      </pc:sldChg>
      <pc:sldChg chg="addSp delSp modSp add mod">
        <pc:chgData name="Alexia Ruiz Rocamora" userId="103ef104-b4e4-48c1-b8e3-6388a924cd7a" providerId="ADAL" clId="{4576E0F9-38BE-4DD8-8AC3-520E4AD486A4}" dt="2026-05-23T20:02:49.861" v="3095" actId="478"/>
        <pc:sldMkLst>
          <pc:docMk/>
          <pc:sldMk cId="1635538090" sldId="397"/>
        </pc:sldMkLst>
        <pc:spChg chg="mod">
          <ac:chgData name="Alexia Ruiz Rocamora" userId="103ef104-b4e4-48c1-b8e3-6388a924cd7a" providerId="ADAL" clId="{4576E0F9-38BE-4DD8-8AC3-520E4AD486A4}" dt="2026-05-23T19:05:41.163" v="1721" actId="20577"/>
          <ac:spMkLst>
            <pc:docMk/>
            <pc:sldMk cId="1635538090" sldId="397"/>
            <ac:spMk id="7" creationId="{6DF9E299-A96A-1AF0-9C8D-334C17486454}"/>
          </ac:spMkLst>
        </pc:spChg>
        <pc:picChg chg="add mod">
          <ac:chgData name="Alexia Ruiz Rocamora" userId="103ef104-b4e4-48c1-b8e3-6388a924cd7a" providerId="ADAL" clId="{4576E0F9-38BE-4DD8-8AC3-520E4AD486A4}" dt="2026-05-12T11:27:38.421" v="190" actId="1076"/>
          <ac:picMkLst>
            <pc:docMk/>
            <pc:sldMk cId="1635538090" sldId="397"/>
            <ac:picMk id="8" creationId="{968DD534-63B3-4107-3E0E-37CE614589B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25/05/2026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25/05/2026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3.0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David Bujeda </a:t>
            </a:r>
            <a:r>
              <a:rPr lang="es-ES" spc="165" dirty="0" err="1">
                <a:latin typeface="Arial"/>
                <a:cs typeface="Arial"/>
              </a:rPr>
              <a:t>Maícas</a:t>
            </a:r>
            <a:r>
              <a:rPr lang="es-ES" spc="165" dirty="0">
                <a:latin typeface="Arial"/>
                <a:cs typeface="Arial"/>
              </a:rPr>
              <a:t> y Alexia Ruiz Rocamora</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a:solidFill>
                  <a:sysClr val="windowText" lastClr="000000"/>
                </a:solidFill>
              </a:rPr>
              <a:t>CIRCUITS_&amp;_</a:t>
            </a:r>
            <a:r>
              <a:rPr lang="en-US" kern="0" err="1">
                <a:solidFill>
                  <a:sysClr val="windowText" lastClr="000000"/>
                </a:solidFill>
              </a:rPr>
              <a:t>COMPACT_MODELS.ipynb</a:t>
            </a:r>
            <a:r>
              <a:rPr lang="en-US" kern="0">
                <a:solidFill>
                  <a:sysClr val="windowText" lastClr="000000"/>
                </a:solidFill>
              </a:rPr>
              <a:t> </a:t>
            </a:r>
          </a:p>
          <a:p>
            <a:pPr algn="just"/>
            <a:endParaRPr lang="en-US" b="1" i="1"/>
          </a:p>
          <a:p>
            <a:pPr algn="just"/>
            <a:r>
              <a:rPr lang="en-US" b="1" i="1"/>
              <a:t>Devices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a:t>Ring Resonators (RR)</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a:t>Mach-Zehnder Interferometer (MZI)</a:t>
            </a:r>
            <a:endParaRPr lang="en-US"/>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lIns="91440" tIns="45720" rIns="91440" bIns="45720" anchor="t">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using</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del MZI es plana, </a:t>
            </a:r>
            <a:r>
              <a:rPr lang="en-US" sz="1200" dirty="0" err="1">
                <a:latin typeface="Arial" panose="020B0604020202020204" pitchFamily="34" charset="0"/>
                <a:cs typeface="Arial" panose="020B0604020202020204" pitchFamily="34" charset="0"/>
              </a:rPr>
              <a:t>exactamente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esperaba</a:t>
            </a:r>
            <a:r>
              <a:rPr lang="en-US" sz="1200" dirty="0">
                <a:latin typeface="Arial" panose="020B0604020202020204" pitchFamily="34" charset="0"/>
                <a:cs typeface="Arial" panose="020B0604020202020204" pitchFamily="34" charset="0"/>
              </a:rPr>
              <a:t> dado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caminos es </a:t>
            </a:r>
            <a:r>
              <a:rPr lang="en-US" sz="1200" dirty="0" err="1">
                <a:latin typeface="Arial" panose="020B0604020202020204" pitchFamily="34" charset="0"/>
                <a:cs typeface="Arial" panose="020B0604020202020204" pitchFamily="34" charset="0"/>
              </a:rPr>
              <a:t>nula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no hay </a:t>
            </a:r>
            <a:r>
              <a:rPr lang="en-US" sz="1200" dirty="0" err="1">
                <a:latin typeface="Arial" panose="020B0604020202020204" pitchFamily="34" charset="0"/>
                <a:cs typeface="Arial" panose="020B0604020202020204" pitchFamily="34" charset="0"/>
              </a:rPr>
              <a:t>dependencia</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apreciar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in0 sale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out1,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de la entrada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aportan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desfase</a:t>
            </a:r>
            <a:r>
              <a:rPr lang="en-US" sz="1200" dirty="0">
                <a:latin typeface="Arial" panose="020B0604020202020204" pitchFamily="34" charset="0"/>
                <a:cs typeface="Arial" panose="020B0604020202020204" pitchFamily="34" charset="0"/>
              </a:rPr>
              <a:t> de pi/2, </a:t>
            </a:r>
            <a:r>
              <a:rPr lang="en-US" sz="1200" dirty="0" err="1">
                <a:latin typeface="Arial" panose="020B0604020202020204" pitchFamily="34" charset="0"/>
                <a:cs typeface="Arial" panose="020B0604020202020204" pitchFamily="34" charset="0"/>
              </a:rPr>
              <a:t>siendo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transmisión</a:t>
            </a:r>
            <a:r>
              <a:rPr lang="en-US" sz="1200" dirty="0">
                <a:latin typeface="Arial" panose="020B0604020202020204" pitchFamily="34" charset="0"/>
                <a:cs typeface="Arial" panose="020B0604020202020204" pitchFamily="34" charset="0"/>
              </a:rPr>
              <a:t> total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Puerto </a:t>
            </a:r>
            <a:r>
              <a:rPr lang="en-US" sz="1200" dirty="0" err="1">
                <a:latin typeface="Arial" panose="020B0604020202020204" pitchFamily="34" charset="0"/>
                <a:cs typeface="Arial" panose="020B0604020202020204" pitchFamily="34" charset="0"/>
              </a:rPr>
              <a:t>contrario</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transmite</a:t>
            </a:r>
            <a:r>
              <a:rPr lang="en-US" sz="1200" dirty="0">
                <a:latin typeface="Arial" panose="020B0604020202020204" pitchFamily="34" charset="0"/>
                <a:cs typeface="Arial" panose="020B0604020202020204" pitchFamily="34" charset="0"/>
              </a:rPr>
              <a:t>.  </a:t>
            </a:r>
          </a:p>
        </p:txBody>
      </p:sp>
      <p:sp>
        <p:nvSpPr>
          <p:cNvPr id="6" name="Rectángulo 5">
            <a:extLst>
              <a:ext uri="{FF2B5EF4-FFF2-40B4-BE49-F238E27FC236}">
                <a16:creationId xmlns:a16="http://schemas.microsoft.com/office/drawing/2014/main" id="{82AE4A84-532D-D50D-F368-79FF1C11E97A}"/>
              </a:ext>
            </a:extLst>
          </p:cNvPr>
          <p:cNvSpPr/>
          <p:nvPr/>
        </p:nvSpPr>
        <p:spPr>
          <a:xfrm>
            <a:off x="630317" y="1418373"/>
            <a:ext cx="57083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2" name="Imagen 11">
            <a:extLst>
              <a:ext uri="{FF2B5EF4-FFF2-40B4-BE49-F238E27FC236}">
                <a16:creationId xmlns:a16="http://schemas.microsoft.com/office/drawing/2014/main" id="{68E3F90D-70EA-F36A-81D2-5F1B7CE694DA}"/>
              </a:ext>
            </a:extLst>
          </p:cNvPr>
          <p:cNvPicPr>
            <a:picLocks noChangeAspect="1"/>
          </p:cNvPicPr>
          <p:nvPr/>
        </p:nvPicPr>
        <p:blipFill>
          <a:blip r:embed="rId4"/>
          <a:stretch>
            <a:fillRect/>
          </a:stretch>
        </p:blipFill>
        <p:spPr>
          <a:xfrm>
            <a:off x="732086" y="1486899"/>
            <a:ext cx="5455031" cy="3056515"/>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#1b – Unbalanced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94936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sí</a:t>
                </a:r>
                <a:r>
                  <a:rPr lang="en-US" sz="1200" dirty="0">
                    <a:latin typeface="Arial" panose="020B0604020202020204" pitchFamily="34" charset="0"/>
                    <a:cs typeface="Arial" panose="020B0604020202020204" pitchFamily="34" charset="0"/>
                  </a:rPr>
                  <a:t> hay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caminos de 100um y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desbalanceado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periódica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depende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La </a:t>
                </a:r>
                <a14:m>
                  <m:oMath xmlns:m="http://schemas.openxmlformats.org/officeDocument/2006/math">
                    <m:r>
                      <a:rPr lang="es-ES" sz="1200" b="0" i="1" smtClean="0">
                        <a:latin typeface="Cambria Math" panose="02040503050406030204" pitchFamily="18" charset="0"/>
                        <a:cs typeface="Arial" panose="020B0604020202020204" pitchFamily="34" charset="0"/>
                      </a:rPr>
                      <m:t>𝐹𝑆𝑅</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1.55</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2·100</m:t>
                        </m:r>
                      </m:den>
                    </m:f>
                    <m:r>
                      <a:rPr lang="es-ES" sz="1200" b="0" i="1" smtClean="0">
                        <a:latin typeface="Cambria Math" panose="02040503050406030204" pitchFamily="18" charset="0"/>
                        <a:cs typeface="Arial" panose="020B0604020202020204" pitchFamily="34" charset="0"/>
                      </a:rPr>
                      <m:t>=12.01 </m:t>
                    </m:r>
                    <m:r>
                      <a:rPr lang="es-ES" sz="1200" b="0" i="1" smtClean="0">
                        <a:latin typeface="Cambria Math" panose="02040503050406030204" pitchFamily="18" charset="0"/>
                        <a:cs typeface="Arial" panose="020B0604020202020204" pitchFamily="34" charset="0"/>
                      </a:rPr>
                      <m:t>𝑛𝑚</m:t>
                    </m:r>
                  </m:oMath>
                </a14:m>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comprobar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visualmente</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máximos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50C41089-061E-9B39-3904-6F31AFE073B8}"/>
                  </a:ext>
                </a:extLst>
              </p:cNvPr>
              <p:cNvSpPr txBox="1">
                <a:spLocks noRot="1" noChangeAspect="1" noMove="1" noResize="1" noEditPoints="1" noAdjustHandles="1" noChangeArrowheads="1" noChangeShapeType="1" noTextEdit="1"/>
              </p:cNvSpPr>
              <p:nvPr/>
            </p:nvSpPr>
            <p:spPr>
              <a:xfrm>
                <a:off x="609441" y="4860334"/>
                <a:ext cx="11199971" cy="949362"/>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6" name="Rectángulo 5">
            <a:extLst>
              <a:ext uri="{FF2B5EF4-FFF2-40B4-BE49-F238E27FC236}">
                <a16:creationId xmlns:a16="http://schemas.microsoft.com/office/drawing/2014/main" id="{F95B976F-6522-EA3D-1323-5C97E9F88EDF}"/>
              </a:ext>
            </a:extLst>
          </p:cNvPr>
          <p:cNvSpPr/>
          <p:nvPr/>
        </p:nvSpPr>
        <p:spPr>
          <a:xfrm>
            <a:off x="619879" y="1418373"/>
            <a:ext cx="5729228"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1" name="Imagen 10">
            <a:extLst>
              <a:ext uri="{FF2B5EF4-FFF2-40B4-BE49-F238E27FC236}">
                <a16:creationId xmlns:a16="http://schemas.microsoft.com/office/drawing/2014/main" id="{D835D5C7-A60C-A405-9502-4932CEED74F0}"/>
              </a:ext>
            </a:extLst>
          </p:cNvPr>
          <p:cNvPicPr>
            <a:picLocks noChangeAspect="1"/>
          </p:cNvPicPr>
          <p:nvPr/>
        </p:nvPicPr>
        <p:blipFill>
          <a:blip r:embed="rId5"/>
          <a:stretch>
            <a:fillRect/>
          </a:stretch>
        </p:blipFill>
        <p:spPr>
          <a:xfrm>
            <a:off x="720442" y="1444669"/>
            <a:ext cx="5531939" cy="3196226"/>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FSR tan </a:t>
            </a:r>
            <a:r>
              <a:rPr lang="en-US" sz="1200" dirty="0" err="1">
                <a:latin typeface="Arial" panose="020B0604020202020204" pitchFamily="34" charset="0"/>
                <a:cs typeface="Arial" panose="020B0604020202020204" pitchFamily="34" charset="0"/>
              </a:rPr>
              <a:t>pequeño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cambia </a:t>
            </a:r>
            <a:r>
              <a:rPr lang="en-US" sz="1200" dirty="0" err="1">
                <a:latin typeface="Arial" panose="020B0604020202020204" pitchFamily="34" charset="0"/>
                <a:cs typeface="Arial" panose="020B0604020202020204" pitchFamily="34" charset="0"/>
              </a:rPr>
              <a:t>rápidamente</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sensibilidad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espectral</a:t>
            </a:r>
            <a:r>
              <a:rPr lang="en-US" sz="1200" dirty="0">
                <a:latin typeface="Arial" panose="020B0604020202020204" pitchFamily="34" charset="0"/>
                <a:cs typeface="Arial" panose="020B0604020202020204" pitchFamily="34" charset="0"/>
              </a:rPr>
              <a:t> y la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Un MZI con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tan </a:t>
            </a:r>
            <a:r>
              <a:rPr lang="en-US" sz="1200" dirty="0" err="1">
                <a:latin typeface="Arial" panose="020B0604020202020204" pitchFamily="34" charset="0"/>
                <a:cs typeface="Arial" panose="020B0604020202020204" pitchFamily="34" charset="0"/>
              </a:rPr>
              <a:t>pequeña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permite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diseñar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filtros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periódicos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pueden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manejar</a:t>
            </a:r>
            <a:r>
              <a:rPr lang="en-US" sz="1200" dirty="0">
                <a:latin typeface="Arial" panose="020B0604020202020204" pitchFamily="34" charset="0"/>
                <a:cs typeface="Arial" panose="020B0604020202020204" pitchFamily="34" charset="0"/>
              </a:rPr>
              <a:t> multiples canales </a:t>
            </a:r>
            <a:r>
              <a:rPr lang="en-US" sz="1200" dirty="0" err="1">
                <a:latin typeface="Arial" panose="020B0604020202020204" pitchFamily="34" charset="0"/>
                <a:cs typeface="Arial" panose="020B0604020202020204" pitchFamily="34" charset="0"/>
              </a:rPr>
              <a:t>dentro</a:t>
            </a:r>
            <a:r>
              <a:rPr lang="en-US" sz="1200" dirty="0">
                <a:latin typeface="Arial" panose="020B0604020202020204" pitchFamily="34" charset="0"/>
                <a:cs typeface="Arial" panose="020B0604020202020204" pitchFamily="34" charset="0"/>
              </a:rPr>
              <a:t> de un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periodo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espectral</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a:t>MZI transfer </a:t>
            </a:r>
            <a:r>
              <a:rPr lang="es-ES" sz="2000" err="1"/>
              <a:t>functions</a:t>
            </a:r>
            <a:endParaRPr lang="en-US" sz="2000"/>
          </a:p>
          <a:p>
            <a:pPr algn="ctr"/>
            <a:endParaRPr lang="en-US" sz="2000"/>
          </a:p>
          <a:p>
            <a:pPr algn="ctr"/>
            <a:r>
              <a:rPr lang="en-US" sz="200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62792" y="1428811"/>
            <a:ext cx="3147768" cy="3295590"/>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4CF28B4-1346-F41D-2CD8-EA104ABBFB98}"/>
                  </a:ext>
                </a:extLst>
              </p:cNvPr>
              <p:cNvSpPr txBox="1"/>
              <p:nvPr/>
            </p:nvSpPr>
            <p:spPr>
              <a:xfrm>
                <a:off x="1000137" y="2478160"/>
                <a:ext cx="3031792" cy="1633268"/>
              </a:xfrm>
              <a:prstGeom prst="rect">
                <a:avLst/>
              </a:prstGeom>
              <a:noFill/>
            </p:spPr>
            <p:txBody>
              <a:bodyPr wrap="none" rtlCol="0">
                <a:spAutoFit/>
              </a:bodyPr>
              <a:lstStyle/>
              <a:p>
                <a:pPr algn="ctr"/>
                <a:r>
                  <a:rPr lang="en-US" sz="2000" dirty="0"/>
                  <a:t>Your design justification</a:t>
                </a:r>
              </a:p>
              <a:p>
                <a:pPr algn="ctr"/>
                <a:endParaRPr lang="en-US" sz="2000" dirty="0"/>
              </a:p>
              <a:p>
                <a:pPr algn="ctr"/>
                <a:r>
                  <a:rPr lang="en-US" sz="2000" dirty="0"/>
                  <a:t>Write equations / numbers</a:t>
                </a:r>
              </a:p>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𝐿</m:t>
                      </m:r>
                      <m:r>
                        <a:rPr lang="es-ES" sz="2000" b="0" i="1" smtClean="0">
                          <a:latin typeface="Cambria Math" panose="02040503050406030204" pitchFamily="18" charset="0"/>
                          <a:ea typeface="Cambria Math" panose="02040503050406030204" pitchFamily="18" charset="0"/>
                        </a:rPr>
                        <m:t>= </m:t>
                      </m:r>
                      <m:f>
                        <m:fPr>
                          <m:ctrlPr>
                            <a:rPr lang="es-ES" sz="2000" b="0" i="1" smtClean="0">
                              <a:latin typeface="Cambria Math" panose="02040503050406030204" pitchFamily="18" charset="0"/>
                              <a:ea typeface="Cambria Math" panose="02040503050406030204" pitchFamily="18" charset="0"/>
                            </a:rPr>
                          </m:ctrlPr>
                        </m:fPr>
                        <m:num>
                          <m:sSup>
                            <m:sSupPr>
                              <m:ctrlPr>
                                <a:rPr lang="es-ES" sz="2000" b="0" i="1" smtClean="0">
                                  <a:latin typeface="Cambria Math" panose="02040503050406030204" pitchFamily="18" charset="0"/>
                                  <a:ea typeface="Cambria Math" panose="02040503050406030204" pitchFamily="18" charset="0"/>
                                </a:rPr>
                              </m:ctrlPr>
                            </m:sSupPr>
                            <m:e>
                              <m:r>
                                <a:rPr lang="es-ES" sz="2000" b="0" i="1" smtClean="0">
                                  <a:latin typeface="Cambria Math" panose="02040503050406030204" pitchFamily="18" charset="0"/>
                                  <a:ea typeface="Cambria Math" panose="02040503050406030204" pitchFamily="18" charset="0"/>
                                </a:rPr>
                                <m:t>1.55</m:t>
                              </m:r>
                            </m:e>
                            <m:sup>
                              <m:r>
                                <a:rPr lang="es-ES" sz="2000" b="0" i="1" smtClean="0">
                                  <a:latin typeface="Cambria Math" panose="02040503050406030204" pitchFamily="18" charset="0"/>
                                  <a:ea typeface="Cambria Math" panose="02040503050406030204" pitchFamily="18" charset="0"/>
                                </a:rPr>
                                <m:t>2</m:t>
                              </m:r>
                            </m:sup>
                          </m:sSup>
                        </m:num>
                        <m:den>
                          <m:r>
                            <a:rPr lang="es-ES" sz="2000" b="0" i="1" smtClean="0">
                              <a:latin typeface="Cambria Math" panose="02040503050406030204" pitchFamily="18" charset="0"/>
                              <a:ea typeface="Cambria Math" panose="02040503050406030204" pitchFamily="18" charset="0"/>
                            </a:rPr>
                            <m:t>2·0.002</m:t>
                          </m:r>
                        </m:den>
                      </m:f>
                      <m:r>
                        <a:rPr lang="es-ES" sz="2000" b="0" i="1" smtClean="0">
                          <a:latin typeface="Cambria Math" panose="02040503050406030204" pitchFamily="18" charset="0"/>
                          <a:ea typeface="Cambria Math" panose="02040503050406030204" pitchFamily="18" charset="0"/>
                        </a:rPr>
                        <m:t>=600</m:t>
                      </m:r>
                      <m:r>
                        <a:rPr lang="es-ES" sz="2000" b="0" i="1" smtClean="0">
                          <a:latin typeface="Cambria Math" panose="02040503050406030204" pitchFamily="18" charset="0"/>
                          <a:ea typeface="Cambria Math" panose="02040503050406030204" pitchFamily="18" charset="0"/>
                        </a:rPr>
                        <m:t>𝑢𝑚</m:t>
                      </m:r>
                    </m:oMath>
                  </m:oMathPara>
                </a14:m>
                <a:endParaRPr lang="en-US" sz="2000" dirty="0"/>
              </a:p>
            </p:txBody>
          </p:sp>
        </mc:Choice>
        <mc:Fallback xmlns="">
          <p:sp>
            <p:nvSpPr>
              <p:cNvPr id="15" name="CuadroTexto 14">
                <a:extLst>
                  <a:ext uri="{FF2B5EF4-FFF2-40B4-BE49-F238E27FC236}">
                    <a16:creationId xmlns:a16="http://schemas.microsoft.com/office/drawing/2014/main" id="{54CF28B4-1346-F41D-2CD8-EA104ABBFB98}"/>
                  </a:ext>
                </a:extLst>
              </p:cNvPr>
              <p:cNvSpPr txBox="1">
                <a:spLocks noRot="1" noChangeAspect="1" noMove="1" noResize="1" noEditPoints="1" noAdjustHandles="1" noChangeArrowheads="1" noChangeShapeType="1" noTextEdit="1"/>
              </p:cNvSpPr>
              <p:nvPr/>
            </p:nvSpPr>
            <p:spPr>
              <a:xfrm>
                <a:off x="1000137" y="2478160"/>
                <a:ext cx="3031792" cy="1633268"/>
              </a:xfrm>
              <a:prstGeom prst="rect">
                <a:avLst/>
              </a:prstGeom>
              <a:blipFill>
                <a:blip r:embed="rId2"/>
                <a:stretch>
                  <a:fillRect l="-1811" t="-2247" r="-604"/>
                </a:stretch>
              </a:blipFill>
            </p:spPr>
            <p:txBody>
              <a:bodyPr/>
              <a:lstStyle/>
              <a:p>
                <a:r>
                  <a:rPr lang="es-ES">
                    <a:noFill/>
                  </a:rPr>
                  <a:t> </a:t>
                </a:r>
              </a:p>
            </p:txBody>
          </p:sp>
        </mc:Fallback>
      </mc:AlternateContent>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2" name="Imagen 1">
            <a:extLst>
              <a:ext uri="{FF2B5EF4-FFF2-40B4-BE49-F238E27FC236}">
                <a16:creationId xmlns:a16="http://schemas.microsoft.com/office/drawing/2014/main" id="{C6E35811-3CCC-E727-4966-833B6501CB03}"/>
              </a:ext>
            </a:extLst>
          </p:cNvPr>
          <p:cNvPicPr>
            <a:picLocks noChangeAspect="1"/>
          </p:cNvPicPr>
          <p:nvPr/>
        </p:nvPicPr>
        <p:blipFill>
          <a:blip r:embed="rId4"/>
          <a:stretch>
            <a:fillRect/>
          </a:stretch>
        </p:blipFill>
        <p:spPr>
          <a:xfrm>
            <a:off x="4421030" y="1730198"/>
            <a:ext cx="4241762" cy="2574541"/>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938992"/>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r>
              <a:rPr lang="en-US" sz="1200" dirty="0" err="1">
                <a:latin typeface="Arial" panose="020B0604020202020204" pitchFamily="34" charset="0"/>
                <a:cs typeface="Arial" panose="020B0604020202020204" pitchFamily="34" charset="0"/>
              </a:rPr>
              <a:t>Aunque</a:t>
            </a:r>
            <a:r>
              <a:rPr lang="en-US" sz="1200" dirty="0">
                <a:latin typeface="Arial" panose="020B0604020202020204" pitchFamily="34" charset="0"/>
                <a:cs typeface="Arial" panose="020B0604020202020204" pitchFamily="34" charset="0"/>
              </a:rPr>
              <a:t> no la Ventana de </a:t>
            </a:r>
            <a:r>
              <a:rPr lang="en-US" sz="1200" dirty="0" err="1">
                <a:latin typeface="Arial" panose="020B0604020202020204" pitchFamily="34" charset="0"/>
                <a:cs typeface="Arial" panose="020B0604020202020204" pitchFamily="34" charset="0"/>
              </a:rPr>
              <a:t>visualización</a:t>
            </a:r>
            <a:r>
              <a:rPr lang="en-US" sz="1200" dirty="0">
                <a:latin typeface="Arial" panose="020B0604020202020204" pitchFamily="34" charset="0"/>
                <a:cs typeface="Arial" panose="020B0604020202020204" pitchFamily="34" charset="0"/>
              </a:rPr>
              <a:t> no completa un </a:t>
            </a:r>
            <a:r>
              <a:rPr lang="en-US" sz="1200" dirty="0" err="1">
                <a:latin typeface="Arial" panose="020B0604020202020204" pitchFamily="34" charset="0"/>
                <a:cs typeface="Arial" panose="020B0604020202020204" pitchFamily="34" charset="0"/>
              </a:rPr>
              <a:t>periodo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completo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sí</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un patron de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constructica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destructiva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cumple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10nm. 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2, también se </a:t>
            </a:r>
            <a:r>
              <a:rPr lang="en-US" sz="1200" dirty="0" err="1">
                <a:latin typeface="Arial" panose="020B0604020202020204" pitchFamily="34" charset="0"/>
                <a:cs typeface="Arial" panose="020B0604020202020204" pitchFamily="34" charset="0"/>
              </a:rPr>
              <a:t>cumple</a:t>
            </a:r>
            <a:r>
              <a:rPr lang="en-US" sz="1200" dirty="0">
                <a:latin typeface="Arial" panose="020B0604020202020204" pitchFamily="34" charset="0"/>
                <a:cs typeface="Arial" panose="020B0604020202020204" pitchFamily="34" charset="0"/>
              </a:rPr>
              <a:t> un patron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10nm,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al ser la </a:t>
            </a:r>
            <a:r>
              <a:rPr lang="en-US" sz="1200" dirty="0" err="1">
                <a:latin typeface="Arial" panose="020B0604020202020204" pitchFamily="34" charset="0"/>
                <a:cs typeface="Arial" panose="020B0604020202020204" pitchFamily="34" charset="0"/>
              </a:rPr>
              <a:t>distribución</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 la entrada </a:t>
            </a:r>
            <a:r>
              <a:rPr lang="en-US" sz="1200" dirty="0" err="1">
                <a:latin typeface="Arial" panose="020B0604020202020204" pitchFamily="34" charset="0"/>
                <a:cs typeface="Arial" panose="020B0604020202020204" pitchFamily="34" charset="0"/>
              </a:rPr>
              <a:t>desbalanceada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no es tan visible. 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1,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simula</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periodo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completo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ER(</a:t>
            </a:r>
            <a:r>
              <a:rPr lang="en-US" sz="1200" dirty="0" err="1">
                <a:latin typeface="Arial" panose="020B0604020202020204" pitchFamily="34" charset="0"/>
                <a:cs typeface="Arial" panose="020B0604020202020204" pitchFamily="34" charset="0"/>
              </a:rPr>
              <a:t>db</a:t>
            </a:r>
            <a:r>
              <a:rPr lang="en-US" sz="1200" dirty="0">
                <a:latin typeface="Arial" panose="020B0604020202020204" pitchFamily="34" charset="0"/>
                <a:cs typeface="Arial" panose="020B0604020202020204" pitchFamily="34" charset="0"/>
              </a:rPr>
              <a:t>) &gt;100dB;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2, ER (dB) = 12.5dB. Esto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de entrada no </a:t>
            </a:r>
            <a:r>
              <a:rPr lang="en-US" sz="1200" dirty="0" err="1">
                <a:latin typeface="Arial" panose="020B0604020202020204" pitchFamily="34" charset="0"/>
                <a:cs typeface="Arial" panose="020B0604020202020204" pitchFamily="34" charset="0"/>
              </a:rPr>
              <a:t>reparte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igual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concreto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envía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desfase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resultado</a:t>
            </a:r>
            <a:r>
              <a:rPr lang="en-US" sz="1200" dirty="0">
                <a:latin typeface="Arial" panose="020B0604020202020204" pitchFamily="34" charset="0"/>
                <a:cs typeface="Arial" panose="020B0604020202020204" pitchFamily="34" charset="0"/>
              </a:rPr>
              <a:t> es un Ratio de </a:t>
            </a:r>
            <a:r>
              <a:rPr lang="en-US" sz="1200" dirty="0" err="1">
                <a:latin typeface="Arial" panose="020B0604020202020204" pitchFamily="34" charset="0"/>
                <a:cs typeface="Arial" panose="020B0604020202020204" pitchFamily="34" charset="0"/>
              </a:rPr>
              <a:t>excitación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compensar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brazo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largo,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de entrada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entregar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largo, es </a:t>
            </a:r>
            <a:r>
              <a:rPr lang="en-US" sz="1200" dirty="0" err="1">
                <a:latin typeface="Arial" panose="020B0604020202020204" pitchFamily="34" charset="0"/>
                <a:cs typeface="Arial" panose="020B0604020202020204" pitchFamily="34" charset="0"/>
              </a:rPr>
              <a:t>decir</a:t>
            </a:r>
            <a:r>
              <a:rPr lang="en-US" sz="1200" dirty="0">
                <a:latin typeface="Arial" panose="020B0604020202020204" pitchFamily="34" charset="0"/>
                <a:cs typeface="Arial" panose="020B0604020202020204" pitchFamily="34" charset="0"/>
              </a:rPr>
              <a:t>, K&gt;0.5. Con Ka=0.6, ER = 40dB.</a:t>
            </a: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567687" y="1428811"/>
            <a:ext cx="5875365" cy="32955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549468"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6" name="Imagen 15">
            <a:extLst>
              <a:ext uri="{FF2B5EF4-FFF2-40B4-BE49-F238E27FC236}">
                <a16:creationId xmlns:a16="http://schemas.microsoft.com/office/drawing/2014/main" id="{C4DFF30D-C077-10EF-14C3-025F8282E14B}"/>
              </a:ext>
            </a:extLst>
          </p:cNvPr>
          <p:cNvPicPr>
            <a:picLocks noChangeAspect="1"/>
          </p:cNvPicPr>
          <p:nvPr/>
        </p:nvPicPr>
        <p:blipFill>
          <a:blip r:embed="rId3"/>
          <a:stretch>
            <a:fillRect/>
          </a:stretch>
        </p:blipFill>
        <p:spPr>
          <a:xfrm>
            <a:off x="869369" y="1550963"/>
            <a:ext cx="5340057" cy="2992094"/>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902A0-B8CA-8FC3-5E6A-12E29B76C6E2}"/>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E004C20D-2351-9F85-E590-F512E9697724}"/>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5C3E3EC-B8F9-68A2-9BFF-364711C8221D}"/>
              </a:ext>
            </a:extLst>
          </p:cNvPr>
          <p:cNvSpPr>
            <a:spLocks noGrp="1"/>
          </p:cNvSpPr>
          <p:nvPr>
            <p:ph type="sldNum" sz="quarter" idx="7"/>
          </p:nvPr>
        </p:nvSpPr>
        <p:spPr/>
        <p:txBody>
          <a:bodyPr/>
          <a:lstStyle/>
          <a:p>
            <a:fld id="{C2F52289-4012-4053-9770-FE82CEB9514F}" type="slidenum">
              <a:rPr lang="en-US" smtClean="0"/>
              <a:pPr/>
              <a:t>7</a:t>
            </a:fld>
            <a:endParaRPr lang="en-US"/>
          </a:p>
        </p:txBody>
      </p:sp>
      <p:pic>
        <p:nvPicPr>
          <p:cNvPr id="10" name="Gráfico 9">
            <a:extLst>
              <a:ext uri="{FF2B5EF4-FFF2-40B4-BE49-F238E27FC236}">
                <a16:creationId xmlns:a16="http://schemas.microsoft.com/office/drawing/2014/main" id="{E603DA19-9034-2E88-AFAA-3111DAC19C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0DDC95A3-1D4E-4161-9C21-7A30A1DB817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4" name="Rectángulo 3">
            <a:extLst>
              <a:ext uri="{FF2B5EF4-FFF2-40B4-BE49-F238E27FC236}">
                <a16:creationId xmlns:a16="http://schemas.microsoft.com/office/drawing/2014/main" id="{8E8F9455-14C3-BEC9-87A1-7D23F3B29FA4}"/>
              </a:ext>
            </a:extLst>
          </p:cNvPr>
          <p:cNvSpPr/>
          <p:nvPr/>
        </p:nvSpPr>
        <p:spPr>
          <a:xfrm>
            <a:off x="567687" y="1428811"/>
            <a:ext cx="5875365" cy="32955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6DF9E299-A96A-1AF0-9C8D-334C17486454}"/>
              </a:ext>
            </a:extLst>
          </p:cNvPr>
          <p:cNvSpPr/>
          <p:nvPr/>
        </p:nvSpPr>
        <p:spPr>
          <a:xfrm>
            <a:off x="6549468"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35C7BC8F-DE36-1070-0F6C-B9DC6313B828}"/>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8" name="Imagen 7">
            <a:extLst>
              <a:ext uri="{FF2B5EF4-FFF2-40B4-BE49-F238E27FC236}">
                <a16:creationId xmlns:a16="http://schemas.microsoft.com/office/drawing/2014/main" id="{968DD534-63B3-4107-3E0E-37CE614589B8}"/>
              </a:ext>
            </a:extLst>
          </p:cNvPr>
          <p:cNvPicPr>
            <a:picLocks noChangeAspect="1"/>
          </p:cNvPicPr>
          <p:nvPr/>
        </p:nvPicPr>
        <p:blipFill>
          <a:blip r:embed="rId3"/>
          <a:stretch>
            <a:fillRect/>
          </a:stretch>
        </p:blipFill>
        <p:spPr>
          <a:xfrm>
            <a:off x="685800" y="1550963"/>
            <a:ext cx="5340057" cy="2992094"/>
          </a:xfrm>
          <a:prstGeom prst="rect">
            <a:avLst/>
          </a:prstGeom>
        </p:spPr>
      </p:pic>
    </p:spTree>
    <p:extLst>
      <p:ext uri="{BB962C8B-B14F-4D97-AF65-F5344CB8AC3E}">
        <p14:creationId xmlns:p14="http://schemas.microsoft.com/office/powerpoint/2010/main" val="163553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8</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496235" y="5423771"/>
            <a:ext cx="11199530"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periodico</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resonancias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hay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constructive.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resonancias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repiten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11nm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calcular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gráficamente</a:t>
            </a:r>
            <a:r>
              <a:rPr lang="en-US" sz="1200" dirty="0">
                <a:latin typeface="Arial" panose="020B0604020202020204" pitchFamily="34" charset="0"/>
                <a:cs typeface="Arial" panose="020B0604020202020204" pitchFamily="34" charset="0"/>
              </a:rPr>
              <a:t>: (1600-1520nm)/7periodos). La FSR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también </a:t>
            </a:r>
            <a:r>
              <a:rPr lang="en-US" sz="1200" dirty="0" err="1">
                <a:latin typeface="Arial" panose="020B0604020202020204" pitchFamily="34" charset="0"/>
                <a:cs typeface="Arial" panose="020B0604020202020204" pitchFamily="34" charset="0"/>
              </a:rPr>
              <a:t>relacionada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perímetro</a:t>
            </a:r>
            <a:r>
              <a:rPr lang="en-US" sz="1200" dirty="0">
                <a:latin typeface="Arial" panose="020B0604020202020204" pitchFamily="34" charset="0"/>
                <a:cs typeface="Arial" panose="020B0604020202020204" pitchFamily="34" charset="0"/>
              </a:rPr>
              <a:t> del Anillo, es </a:t>
            </a:r>
            <a:r>
              <a:rPr lang="en-US" sz="1200" dirty="0" err="1">
                <a:latin typeface="Arial" panose="020B0604020202020204" pitchFamily="34" charset="0"/>
                <a:cs typeface="Arial" panose="020B0604020202020204" pitchFamily="34" charset="0"/>
              </a:rPr>
              <a:t>decir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ha visto </a:t>
            </a:r>
            <a:r>
              <a:rPr lang="en-US" sz="1200" dirty="0" err="1">
                <a:latin typeface="Arial" panose="020B0604020202020204" pitchFamily="34" charset="0"/>
                <a:cs typeface="Arial" panose="020B0604020202020204" pitchFamily="34" charset="0"/>
              </a:rPr>
              <a:t>anteriormente</a:t>
            </a:r>
            <a:r>
              <a:rPr lang="en-US" sz="1200">
                <a:latin typeface="Arial" panose="020B0604020202020204" pitchFamily="34" charset="0"/>
                <a:cs typeface="Arial" panose="020B0604020202020204" pitchFamily="34" charset="0"/>
              </a:rPr>
              <a:t>. Si </a:t>
            </a:r>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hacen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cálculos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matemáticos</a:t>
            </a:r>
            <a:r>
              <a:rPr lang="en-US" sz="1200" dirty="0">
                <a:latin typeface="Arial" panose="020B0604020202020204" pitchFamily="34" charset="0"/>
                <a:cs typeface="Arial" panose="020B0604020202020204" pitchFamily="34" charset="0"/>
              </a:rPr>
              <a:t>, la FSR es 11.305nm,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 lo  </a:t>
            </a:r>
            <a:r>
              <a:rPr lang="en-US" sz="1200" dirty="0" err="1">
                <a:latin typeface="Arial" panose="020B0604020202020204" pitchFamily="34" charset="0"/>
                <a:cs typeface="Arial" panose="020B0604020202020204" pitchFamily="34" charset="0"/>
              </a:rPr>
              <a:t>calculado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visualmente</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496207" y="1261797"/>
            <a:ext cx="11419559" cy="216824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493736" y="3641743"/>
            <a:ext cx="11419559" cy="1782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#4 – Ring Resonator</a:t>
            </a:r>
          </a:p>
          <a:p>
            <a:pPr marL="12700">
              <a:spcBef>
                <a:spcPts val="100"/>
              </a:spcBef>
            </a:pPr>
            <a:r>
              <a:rPr lang="en-US" b="0" kern="0" spc="-5">
                <a:latin typeface="+mj-lt"/>
                <a:cs typeface="Lucida Sans"/>
              </a:rPr>
              <a:t>Single ring resonator – most simple case Constant coupler K (no wavelength variation)</a:t>
            </a:r>
          </a:p>
        </p:txBody>
      </p:sp>
      <p:pic>
        <p:nvPicPr>
          <p:cNvPr id="4" name="Imagen 3">
            <a:extLst>
              <a:ext uri="{FF2B5EF4-FFF2-40B4-BE49-F238E27FC236}">
                <a16:creationId xmlns:a16="http://schemas.microsoft.com/office/drawing/2014/main" id="{76EA697E-F965-C03E-2305-BD6EFAAC8A36}"/>
              </a:ext>
            </a:extLst>
          </p:cNvPr>
          <p:cNvPicPr>
            <a:picLocks noChangeAspect="1"/>
          </p:cNvPicPr>
          <p:nvPr/>
        </p:nvPicPr>
        <p:blipFill>
          <a:blip r:embed="rId3"/>
          <a:srcRect t="46134" r="-124" b="8"/>
          <a:stretch>
            <a:fillRect/>
          </a:stretch>
        </p:blipFill>
        <p:spPr>
          <a:xfrm>
            <a:off x="2925840" y="3651973"/>
            <a:ext cx="5606579" cy="1679024"/>
          </a:xfrm>
          <a:prstGeom prst="rect">
            <a:avLst/>
          </a:prstGeom>
        </p:spPr>
      </p:pic>
      <p:pic>
        <p:nvPicPr>
          <p:cNvPr id="2" name="Imagen 1" descr="Imagen que contiene Diagrama&#10;&#10;El contenido generado por IA puede ser incorrecto.">
            <a:extLst>
              <a:ext uri="{FF2B5EF4-FFF2-40B4-BE49-F238E27FC236}">
                <a16:creationId xmlns:a16="http://schemas.microsoft.com/office/drawing/2014/main" id="{D0B1FF9B-CE09-D2A3-6662-E6F3EE59B1A2}"/>
              </a:ext>
            </a:extLst>
          </p:cNvPr>
          <p:cNvPicPr>
            <a:picLocks noChangeAspect="1"/>
          </p:cNvPicPr>
          <p:nvPr/>
        </p:nvPicPr>
        <p:blipFill>
          <a:blip r:embed="rId3"/>
          <a:srcRect t="-334" r="-124" b="53468"/>
          <a:stretch>
            <a:fillRect/>
          </a:stretch>
        </p:blipFill>
        <p:spPr>
          <a:xfrm>
            <a:off x="2664642" y="1338726"/>
            <a:ext cx="7662934" cy="1999831"/>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9</a:t>
            </a:fld>
            <a:endParaRPr lang="en-US"/>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periódica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mínimos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resonancia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mínimos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profundos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anterior, no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óptima</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controla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cuánta</a:t>
            </a:r>
            <a:r>
              <a:rPr lang="en-US" sz="1200" dirty="0">
                <a:latin typeface="Arial" panose="020B0604020202020204" pitchFamily="34" charset="0"/>
                <a:cs typeface="Arial" panose="020B0604020202020204" pitchFamily="34" charset="0"/>
              </a:rPr>
              <a:t> luz sale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Anillo, </a:t>
            </a:r>
            <a:r>
              <a:rPr lang="en-US" sz="1200" dirty="0" err="1">
                <a:latin typeface="Arial" panose="020B0604020202020204" pitchFamily="34" charset="0"/>
                <a:cs typeface="Arial" panose="020B0604020202020204" pitchFamily="34" charset="0"/>
              </a:rPr>
              <a:t>permitiendo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un ER </a:t>
            </a:r>
            <a:r>
              <a:rPr lang="en-US" sz="1200" dirty="0" err="1">
                <a:latin typeface="Arial" panose="020B0604020202020204" pitchFamily="34" charset="0"/>
                <a:cs typeface="Arial" panose="020B0604020202020204" pitchFamily="34" charset="0"/>
              </a:rPr>
              <a:t>deseado</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ER = 1/0.4=2.5=4dB. </a:t>
            </a: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conseguir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crítico</a:t>
            </a:r>
            <a:r>
              <a:rPr lang="en-US" sz="1200" dirty="0">
                <a:latin typeface="Arial" panose="020B0604020202020204" pitchFamily="34" charset="0"/>
                <a:cs typeface="Arial" panose="020B0604020202020204" pitchFamily="34" charset="0"/>
              </a:rPr>
              <a:t> t=a,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a=|h| = 10^(-alpha*L/20)=0.916. 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t = sqrt(1-K),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despejamos</a:t>
            </a:r>
            <a:r>
              <a:rPr lang="en-US" sz="1200" dirty="0">
                <a:latin typeface="Arial" panose="020B0604020202020204" pitchFamily="34" charset="0"/>
                <a:cs typeface="Arial" panose="020B0604020202020204" pitchFamily="34" charset="0"/>
              </a:rPr>
              <a:t> K, </a:t>
            </a:r>
            <a:r>
              <a:rPr lang="en-US" sz="1200" dirty="0" err="1">
                <a:latin typeface="Arial" panose="020B0604020202020204" pitchFamily="34" charset="0"/>
                <a:cs typeface="Arial" panose="020B0604020202020204" pitchFamily="34" charset="0"/>
              </a:rPr>
              <a:t>obtenemos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conseguir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crítico</a:t>
            </a:r>
            <a:r>
              <a:rPr lang="en-US" sz="1200" dirty="0">
                <a:latin typeface="Arial" panose="020B0604020202020204" pitchFamily="34" charset="0"/>
                <a:cs typeface="Arial" panose="020B0604020202020204" pitchFamily="34" charset="0"/>
              </a:rPr>
              <a:t> K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ser 0.1605</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a:solidFill>
                  <a:schemeClr val="tx1"/>
                </a:solidFill>
                <a:latin typeface="Arial" panose="020B0604020202020204" pitchFamily="34" charset="0"/>
                <a:cs typeface="Arial" panose="020B0604020202020204" pitchFamily="34" charset="0"/>
              </a:rPr>
              <a:t>Hints:</a:t>
            </a:r>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a:p>
            <a:pPr algn="just"/>
            <a:r>
              <a:rPr lang="en-US" sz="120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a:solidFill>
                <a:schemeClr val="tx1"/>
              </a:solidFill>
              <a:latin typeface="Arial" panose="020B0604020202020204" pitchFamily="34" charset="0"/>
              <a:cs typeface="Arial" panose="020B0604020202020204" pitchFamily="34" charset="0"/>
            </a:endParaRPr>
          </a:p>
          <a:p>
            <a:pPr algn="just"/>
            <a:r>
              <a:rPr lang="en-US" sz="120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63221" y="1418373"/>
            <a:ext cx="774526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#5 – Ring resonator design</a:t>
            </a:r>
          </a:p>
          <a:p>
            <a:pPr marL="12700">
              <a:spcBef>
                <a:spcPts val="100"/>
              </a:spcBef>
            </a:pPr>
            <a:r>
              <a:rPr lang="en-US" b="0" kern="0" spc="-5">
                <a:latin typeface="+mj-lt"/>
                <a:cs typeface="Lucida Sans"/>
              </a:rPr>
              <a:t>Design the perimeter for a FSR = 15 nm. </a:t>
            </a:r>
          </a:p>
        </p:txBody>
      </p:sp>
      <p:pic>
        <p:nvPicPr>
          <p:cNvPr id="7" name="Imagen 6">
            <a:extLst>
              <a:ext uri="{FF2B5EF4-FFF2-40B4-BE49-F238E27FC236}">
                <a16:creationId xmlns:a16="http://schemas.microsoft.com/office/drawing/2014/main" id="{B5BD54BD-1655-DB6F-1F60-AC0414EE3E77}"/>
              </a:ext>
            </a:extLst>
          </p:cNvPr>
          <p:cNvPicPr>
            <a:picLocks noChangeAspect="1"/>
          </p:cNvPicPr>
          <p:nvPr/>
        </p:nvPicPr>
        <p:blipFill>
          <a:blip r:embed="rId3"/>
          <a:stretch>
            <a:fillRect/>
          </a:stretch>
        </p:blipFill>
        <p:spPr>
          <a:xfrm>
            <a:off x="969849" y="1414155"/>
            <a:ext cx="5506403" cy="3159052"/>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9B3E5-6C2E-15E7-6321-0C9DE9725F51}"/>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CE47E146-E8FE-4E15-8058-ED6112FA26F5}"/>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A87CA3E-6300-540C-2B9F-938B039AB621}"/>
              </a:ext>
            </a:extLst>
          </p:cNvPr>
          <p:cNvSpPr>
            <a:spLocks noGrp="1"/>
          </p:cNvSpPr>
          <p:nvPr>
            <p:ph type="sldNum" sz="quarter" idx="7"/>
          </p:nvPr>
        </p:nvSpPr>
        <p:spPr/>
        <p:txBody>
          <a:bodyPr/>
          <a:lstStyle/>
          <a:p>
            <a:fld id="{C2F52289-4012-4053-9770-FE82CEB9514F}" type="slidenum">
              <a:rPr lang="en-US" smtClean="0"/>
              <a:pPr/>
              <a:t>10</a:t>
            </a:fld>
            <a:endParaRPr lang="en-US"/>
          </a:p>
        </p:txBody>
      </p:sp>
      <p:sp>
        <p:nvSpPr>
          <p:cNvPr id="8" name="CuadroTexto 7">
            <a:extLst>
              <a:ext uri="{FF2B5EF4-FFF2-40B4-BE49-F238E27FC236}">
                <a16:creationId xmlns:a16="http://schemas.microsoft.com/office/drawing/2014/main" id="{C9AC04B6-1A34-BABB-8C25-C715404165A2}"/>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r>
              <a:rPr lang="en-US" sz="1200" dirty="0">
                <a:latin typeface="Arial" panose="020B0604020202020204" pitchFamily="34" charset="0"/>
                <a:cs typeface="Arial" panose="020B0604020202020204" pitchFamily="34" charset="0"/>
              </a:rPr>
              <a:t>Para K =0.1 y 0.2, se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undercoupling</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dips son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profundos</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indica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cancelar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campo </a:t>
            </a:r>
            <a:r>
              <a:rPr lang="en-US" sz="1200" dirty="0" err="1">
                <a:latin typeface="Arial" panose="020B0604020202020204" pitchFamily="34" charset="0"/>
                <a:cs typeface="Arial" panose="020B0604020202020204" pitchFamily="34" charset="0"/>
              </a:rPr>
              <a:t>directo</a:t>
            </a:r>
            <a:r>
              <a:rPr lang="en-US" sz="1200" dirty="0">
                <a:latin typeface="Arial" panose="020B0604020202020204" pitchFamily="34" charset="0"/>
                <a:cs typeface="Arial" panose="020B0604020202020204" pitchFamily="34" charset="0"/>
              </a:rPr>
              <a:t> del bus. K=0.3 se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crítico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consigue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transmisión</a:t>
            </a:r>
            <a:r>
              <a:rPr lang="en-US" sz="1200" dirty="0">
                <a:latin typeface="Arial" panose="020B0604020202020204" pitchFamily="34" charset="0"/>
                <a:cs typeface="Arial" panose="020B0604020202020204" pitchFamily="34" charset="0"/>
              </a:rPr>
              <a:t> 0.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resto de </a:t>
            </a:r>
            <a:r>
              <a:rPr lang="en-US" sz="1200" dirty="0" err="1">
                <a:latin typeface="Arial" panose="020B0604020202020204" pitchFamily="34" charset="0"/>
                <a:cs typeface="Arial" panose="020B0604020202020204" pitchFamily="34" charset="0"/>
              </a:rPr>
              <a:t>acoplos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overcoupling</a:t>
            </a:r>
            <a:r>
              <a:rPr lang="en-US" sz="1200" dirty="0">
                <a:latin typeface="Arial" panose="020B0604020202020204" pitchFamily="34" charset="0"/>
                <a:cs typeface="Arial" panose="020B0604020202020204" pitchFamily="34" charset="0"/>
              </a:rPr>
              <a:t> y no se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cancelar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oscila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rápido</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bus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Anillo.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12A3CB92-1375-F373-4DCD-4528261F3200}"/>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2F95996E-20E8-2296-3645-1909E172D7A5}"/>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AA8D0279-CF10-5287-DD1F-64B2A2BE39D4}"/>
              </a:ext>
            </a:extLst>
          </p:cNvPr>
          <p:cNvSpPr txBox="1"/>
          <p:nvPr/>
        </p:nvSpPr>
        <p:spPr>
          <a:xfrm>
            <a:off x="863650" y="2101891"/>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a:t>
            </a:r>
            <a:endParaRPr lang="en-US" sz="2000"/>
          </a:p>
        </p:txBody>
      </p:sp>
      <p:sp>
        <p:nvSpPr>
          <p:cNvPr id="9" name="Rectángulo 8">
            <a:extLst>
              <a:ext uri="{FF2B5EF4-FFF2-40B4-BE49-F238E27FC236}">
                <a16:creationId xmlns:a16="http://schemas.microsoft.com/office/drawing/2014/main" id="{90CDA062-5BD5-707F-E443-BB05C528CEC0}"/>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70FA227C-DC81-A605-6934-A536DE48E3E8}"/>
              </a:ext>
            </a:extLst>
          </p:cNvPr>
          <p:cNvSpPr txBox="1"/>
          <p:nvPr/>
        </p:nvSpPr>
        <p:spPr>
          <a:xfrm>
            <a:off x="3529935" y="2104638"/>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a:t>
            </a:r>
            <a:endParaRPr lang="en-US" sz="2000"/>
          </a:p>
        </p:txBody>
      </p:sp>
      <p:sp>
        <p:nvSpPr>
          <p:cNvPr id="13" name="CuadroTexto 12">
            <a:extLst>
              <a:ext uri="{FF2B5EF4-FFF2-40B4-BE49-F238E27FC236}">
                <a16:creationId xmlns:a16="http://schemas.microsoft.com/office/drawing/2014/main" id="{9532C950-7A52-7FF8-CA2B-41296E35884B}"/>
              </a:ext>
            </a:extLst>
          </p:cNvPr>
          <p:cNvSpPr txBox="1"/>
          <p:nvPr/>
        </p:nvSpPr>
        <p:spPr>
          <a:xfrm>
            <a:off x="6195187" y="2101891"/>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a:t>
            </a:r>
            <a:endParaRPr lang="en-US" sz="2000"/>
          </a:p>
        </p:txBody>
      </p:sp>
      <p:sp>
        <p:nvSpPr>
          <p:cNvPr id="12" name="CuadroTexto 11">
            <a:extLst>
              <a:ext uri="{FF2B5EF4-FFF2-40B4-BE49-F238E27FC236}">
                <a16:creationId xmlns:a16="http://schemas.microsoft.com/office/drawing/2014/main" id="{DCD47D66-2E06-417D-8786-7C74E2DC41D1}"/>
              </a:ext>
            </a:extLst>
          </p:cNvPr>
          <p:cNvSpPr txBox="1"/>
          <p:nvPr/>
        </p:nvSpPr>
        <p:spPr>
          <a:xfrm>
            <a:off x="9869875" y="2871332"/>
            <a:ext cx="360996" cy="400110"/>
          </a:xfrm>
          <a:prstGeom prst="rect">
            <a:avLst/>
          </a:prstGeom>
          <a:noFill/>
        </p:spPr>
        <p:txBody>
          <a:bodyPr wrap="none" rtlCol="0">
            <a:spAutoFit/>
          </a:bodyPr>
          <a:lstStyle/>
          <a:p>
            <a:pPr algn="ctr"/>
            <a:r>
              <a:rPr lang="es-ES" sz="2000"/>
              <a:t>…</a:t>
            </a:r>
            <a:endParaRPr lang="en-US" sz="2000"/>
          </a:p>
        </p:txBody>
      </p:sp>
      <p:pic>
        <p:nvPicPr>
          <p:cNvPr id="3" name="Gráfico 2">
            <a:extLst>
              <a:ext uri="{FF2B5EF4-FFF2-40B4-BE49-F238E27FC236}">
                <a16:creationId xmlns:a16="http://schemas.microsoft.com/office/drawing/2014/main" id="{C45B67EF-B899-232D-2F28-5F48D29651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410003C0-9ACD-74A7-D3B5-A4B681BEAB1F}"/>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#6a – Effect of K </a:t>
            </a:r>
          </a:p>
          <a:p>
            <a:pPr marL="12700">
              <a:spcBef>
                <a:spcPts val="100"/>
              </a:spcBef>
            </a:pPr>
            <a:r>
              <a:rPr lang="en-US" b="0" kern="0" spc="-5">
                <a:latin typeface="+mj-lt"/>
                <a:cs typeface="Lucida Sans"/>
              </a:rPr>
              <a:t>Change K value between 0.1 and 0.9 in steps of 0.1</a:t>
            </a:r>
          </a:p>
        </p:txBody>
      </p:sp>
      <p:pic>
        <p:nvPicPr>
          <p:cNvPr id="18" name="Imagen 17">
            <a:extLst>
              <a:ext uri="{FF2B5EF4-FFF2-40B4-BE49-F238E27FC236}">
                <a16:creationId xmlns:a16="http://schemas.microsoft.com/office/drawing/2014/main" id="{7EB7E535-97F4-7B8E-B278-760728CEC3EE}"/>
              </a:ext>
            </a:extLst>
          </p:cNvPr>
          <p:cNvPicPr>
            <a:picLocks noChangeAspect="1"/>
          </p:cNvPicPr>
          <p:nvPr/>
        </p:nvPicPr>
        <p:blipFill>
          <a:blip r:embed="rId3"/>
          <a:stretch>
            <a:fillRect/>
          </a:stretch>
        </p:blipFill>
        <p:spPr>
          <a:xfrm>
            <a:off x="630389" y="1378011"/>
            <a:ext cx="5432913" cy="3386751"/>
          </a:xfrm>
          <a:prstGeom prst="rect">
            <a:avLst/>
          </a:prstGeom>
        </p:spPr>
      </p:pic>
      <p:pic>
        <p:nvPicPr>
          <p:cNvPr id="21" name="Imagen 20">
            <a:extLst>
              <a:ext uri="{FF2B5EF4-FFF2-40B4-BE49-F238E27FC236}">
                <a16:creationId xmlns:a16="http://schemas.microsoft.com/office/drawing/2014/main" id="{A904A1F8-481D-2CF3-B28D-33560EABBC1C}"/>
              </a:ext>
            </a:extLst>
          </p:cNvPr>
          <p:cNvPicPr>
            <a:picLocks noChangeAspect="1"/>
          </p:cNvPicPr>
          <p:nvPr/>
        </p:nvPicPr>
        <p:blipFill>
          <a:blip r:embed="rId4"/>
          <a:stretch>
            <a:fillRect/>
          </a:stretch>
        </p:blipFill>
        <p:spPr>
          <a:xfrm>
            <a:off x="5162867" y="1262884"/>
            <a:ext cx="5686565" cy="3544872"/>
          </a:xfrm>
          <a:prstGeom prst="rect">
            <a:avLst/>
          </a:prstGeom>
        </p:spPr>
      </p:pic>
    </p:spTree>
    <p:extLst>
      <p:ext uri="{BB962C8B-B14F-4D97-AF65-F5344CB8AC3E}">
        <p14:creationId xmlns:p14="http://schemas.microsoft.com/office/powerpoint/2010/main" val="3455416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11</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overcoupling</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todo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barrido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dado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pequeño</a:t>
            </a:r>
            <a:r>
              <a:rPr lang="en-US" sz="1200" dirty="0">
                <a:latin typeface="Arial" panose="020B0604020202020204" pitchFamily="34" charset="0"/>
                <a:cs typeface="Arial" panose="020B0604020202020204" pitchFamily="34" charset="0"/>
              </a:rPr>
              <a:t> (0.025). </a:t>
            </a:r>
            <a:r>
              <a:rPr lang="en-US" sz="1200" dirty="0" err="1">
                <a:latin typeface="Arial" panose="020B0604020202020204" pitchFamily="34" charset="0"/>
                <a:cs typeface="Arial" panose="020B0604020202020204" pitchFamily="34" charset="0"/>
              </a:rPr>
              <a:t>Según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acercando</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crítico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pues</a:t>
            </a:r>
            <a:r>
              <a:rPr lang="en-US" sz="1200" dirty="0">
                <a:latin typeface="Arial" panose="020B0604020202020204" pitchFamily="34" charset="0"/>
                <a:cs typeface="Arial" panose="020B0604020202020204" pitchFamily="34" charset="0"/>
              </a:rPr>
              <a:t> se reduce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recircula</a:t>
            </a:r>
            <a:r>
              <a:rPr lang="en-US" sz="1200" dirty="0">
                <a:latin typeface="Arial" panose="020B0604020202020204" pitchFamily="34" charset="0"/>
                <a:cs typeface="Arial" panose="020B0604020202020204" pitchFamily="34" charset="0"/>
              </a:rPr>
              <a:t> y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empiezan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parecerse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err="1"/>
              <a:t>alpha</a:t>
            </a:r>
            <a:r>
              <a:rPr lang="es-ES" sz="2000"/>
              <a:t>=1 dB/cm</a:t>
            </a:r>
            <a:endParaRPr lang="en-US" sz="200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err="1"/>
              <a:t>alpha</a:t>
            </a:r>
            <a:r>
              <a:rPr lang="es-ES" sz="2000"/>
              <a:t>=2 dB/cm</a:t>
            </a:r>
            <a:endParaRPr lang="en-US" sz="200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#6b – E</a:t>
            </a:r>
            <a:r>
              <a:rPr lang="en-US" sz="2500"/>
              <a:t>ffect of loss</a:t>
            </a:r>
            <a:endParaRPr lang="en-US" sz="2500" kern="0"/>
          </a:p>
          <a:p>
            <a:pPr marL="12700">
              <a:spcBef>
                <a:spcPts val="100"/>
              </a:spcBef>
            </a:pPr>
            <a:r>
              <a:rPr lang="en-US" b="0" kern="0" spc="-5">
                <a:latin typeface="+mj-lt"/>
                <a:cs typeface="Lucida Sans"/>
              </a:rPr>
              <a:t>Change losses value between 0 and 8 </a:t>
            </a:r>
            <a:r>
              <a:rPr lang="en-US" b="0" kern="0" spc="-5">
                <a:solidFill>
                  <a:srgbClr val="FF0000"/>
                </a:solidFill>
                <a:latin typeface="+mj-lt"/>
                <a:cs typeface="Lucida Sans"/>
              </a:rPr>
              <a:t>dB/cm </a:t>
            </a:r>
            <a:r>
              <a:rPr lang="en-US" b="0" kern="0" spc="-5">
                <a:latin typeface="+mj-lt"/>
                <a:cs typeface="Lucida Sans"/>
              </a:rPr>
              <a:t>in steps of 1</a:t>
            </a:r>
          </a:p>
        </p:txBody>
      </p:sp>
      <p:pic>
        <p:nvPicPr>
          <p:cNvPr id="4" name="Imagen 3">
            <a:extLst>
              <a:ext uri="{FF2B5EF4-FFF2-40B4-BE49-F238E27FC236}">
                <a16:creationId xmlns:a16="http://schemas.microsoft.com/office/drawing/2014/main" id="{A9B03AEE-DFC8-C80A-0512-31493E02A424}"/>
              </a:ext>
            </a:extLst>
          </p:cNvPr>
          <p:cNvPicPr>
            <a:picLocks noChangeAspect="1"/>
          </p:cNvPicPr>
          <p:nvPr/>
        </p:nvPicPr>
        <p:blipFill>
          <a:blip r:embed="rId3"/>
          <a:stretch>
            <a:fillRect/>
          </a:stretch>
        </p:blipFill>
        <p:spPr>
          <a:xfrm>
            <a:off x="2442954" y="1205729"/>
            <a:ext cx="6550598" cy="3586639"/>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702</TotalTime>
  <Words>1522</Words>
  <Application>Microsoft Office PowerPoint</Application>
  <PresentationFormat>Panorámica</PresentationFormat>
  <Paragraphs>176</Paragraphs>
  <Slides>12</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Alexia Ruiz Rocamora</cp:lastModifiedBy>
  <cp:revision>1</cp:revision>
  <dcterms:created xsi:type="dcterms:W3CDTF">2025-01-27T02:46:57Z</dcterms:created>
  <dcterms:modified xsi:type="dcterms:W3CDTF">2026-05-25T16:51:34Z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